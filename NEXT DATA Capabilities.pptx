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376046" r:id="rId2"/>
    <p:sldId id="2147376049" r:id="rId3"/>
    <p:sldId id="2147376048" r:id="rId4"/>
    <p:sldId id="1930738454"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7" d="100"/>
          <a:sy n="77" d="100"/>
        </p:scale>
        <p:origin x="12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8_Title Slide">
    <p:bg>
      <p:bgRef idx="1001">
        <a:schemeClr val="bg2"/>
      </p:bgRef>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9FBF41E9-7CA9-0542-B55C-E9C30355972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a:cxnSpLocks/>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2024. All Rights Reserved. The content of this presentation is proprietary and confidential information of NCS. It is not intended to be distributed without the written consent of NCS.</a:t>
            </a:r>
          </a:p>
        </p:txBody>
      </p:sp>
      <p:pic>
        <p:nvPicPr>
          <p:cNvPr id="4" name="Graphic 3">
            <a:extLst>
              <a:ext uri="{FF2B5EF4-FFF2-40B4-BE49-F238E27FC236}">
                <a16:creationId xmlns:a16="http://schemas.microsoft.com/office/drawing/2014/main" id="{8F98B5CF-08CB-E346-9975-4E913C95865E}"/>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11919" y="416210"/>
            <a:ext cx="2861449" cy="1048048"/>
          </a:xfrm>
          <a:prstGeom prst="rect">
            <a:avLst/>
          </a:prstGeom>
        </p:spPr>
      </p:pic>
    </p:spTree>
    <p:extLst>
      <p:ext uri="{BB962C8B-B14F-4D97-AF65-F5344CB8AC3E}">
        <p14:creationId xmlns:p14="http://schemas.microsoft.com/office/powerpoint/2010/main" val="19593242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7FA4913D-94CE-7240-841C-4B4804BDA5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a:cxnSpLocks/>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2024. All Rights Reserved. The content of this presentation is proprietary and confidential information of NCS. It is not intended to be distributed without the written consent of NCS.</a:t>
            </a:r>
          </a:p>
        </p:txBody>
      </p:sp>
      <p:pic>
        <p:nvPicPr>
          <p:cNvPr id="4" name="Graphic 3">
            <a:extLst>
              <a:ext uri="{FF2B5EF4-FFF2-40B4-BE49-F238E27FC236}">
                <a16:creationId xmlns:a16="http://schemas.microsoft.com/office/drawing/2014/main" id="{8F98B5CF-08CB-E346-9975-4E913C95865E}"/>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11919" y="416210"/>
            <a:ext cx="2861449" cy="1048048"/>
          </a:xfrm>
          <a:prstGeom prst="rect">
            <a:avLst/>
          </a:prstGeom>
        </p:spPr>
      </p:pic>
    </p:spTree>
    <p:extLst>
      <p:ext uri="{BB962C8B-B14F-4D97-AF65-F5344CB8AC3E}">
        <p14:creationId xmlns:p14="http://schemas.microsoft.com/office/powerpoint/2010/main" val="3155619526"/>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a:cxnSpLocks/>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FDC529F5-347D-0C46-B6C0-390ABAD9F4F1}"/>
              </a:ext>
            </a:extLst>
          </p:cNvPr>
          <p:cNvSpPr txBox="1"/>
          <p:nvPr userDrawn="1"/>
        </p:nvSpPr>
        <p:spPr>
          <a:xfrm>
            <a:off x="218661" y="6510130"/>
            <a:ext cx="11675027"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2024. All Rights Reserved. The content of this presentation is proprietary and confidential information of NCS. It is not intended to be distributed without the written consent of NCS.</a:t>
            </a:r>
          </a:p>
        </p:txBody>
      </p:sp>
      <p:pic>
        <p:nvPicPr>
          <p:cNvPr id="8" name="Graphic 7">
            <a:extLst>
              <a:ext uri="{FF2B5EF4-FFF2-40B4-BE49-F238E27FC236}">
                <a16:creationId xmlns:a16="http://schemas.microsoft.com/office/drawing/2014/main" id="{57B0DCE4-979F-9C4A-8DEB-3F2400B2B8D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11920" y="416210"/>
            <a:ext cx="2861446" cy="1048048"/>
          </a:xfrm>
          <a:prstGeom prst="rect">
            <a:avLst/>
          </a:prstGeom>
        </p:spPr>
      </p:pic>
    </p:spTree>
    <p:extLst>
      <p:ext uri="{BB962C8B-B14F-4D97-AF65-F5344CB8AC3E}">
        <p14:creationId xmlns:p14="http://schemas.microsoft.com/office/powerpoint/2010/main" val="63958267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ntent_white_3col">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tx2"/>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3533015" cy="4042880"/>
          </a:xfrm>
          <a:prstGeom prst="rect">
            <a:avLst/>
          </a:prstGeom>
        </p:spPr>
        <p:txBody>
          <a:bodyPr/>
          <a:lstStyle>
            <a:lvl1pPr marL="0" indent="0">
              <a:lnSpc>
                <a:spcPct val="110000"/>
              </a:lnSpc>
              <a:spcBef>
                <a:spcPts val="2200"/>
              </a:spcBef>
              <a:buNone/>
              <a:defRPr sz="1400">
                <a:latin typeface="Ubuntu" panose="020B0504030602030204" pitchFamily="34" charset="0"/>
              </a:defRPr>
            </a:lvl1pPr>
          </a:lstStyle>
          <a:p>
            <a:pPr lvl="0"/>
            <a:r>
              <a:rPr lang="en-SG"/>
              <a:t>Content Lorem ipsum </a:t>
            </a:r>
            <a:r>
              <a:rPr lang="en-SG" err="1"/>
              <a:t>dolor</a:t>
            </a:r>
            <a:r>
              <a:rPr lang="en-SG"/>
              <a:t> sit </a:t>
            </a:r>
            <a:r>
              <a:rPr lang="en-SG" err="1"/>
              <a:t>amet</a:t>
            </a:r>
            <a:r>
              <a:rPr lang="en-SG"/>
              <a:t>, </a:t>
            </a:r>
            <a:r>
              <a:rPr lang="en-SG" err="1"/>
              <a:t>consectetur</a:t>
            </a:r>
            <a:r>
              <a:rPr lang="en-SG"/>
              <a:t> </a:t>
            </a:r>
            <a:r>
              <a:rPr lang="en-SG" err="1"/>
              <a:t>adipiscing</a:t>
            </a:r>
            <a:r>
              <a:rPr lang="en-SG"/>
              <a:t> </a:t>
            </a:r>
            <a:r>
              <a:rPr lang="en-SG" err="1"/>
              <a:t>elit</a:t>
            </a:r>
            <a:r>
              <a:rPr lang="en-SG"/>
              <a:t>. Donec ligula </a:t>
            </a:r>
            <a:r>
              <a:rPr lang="en-SG" err="1"/>
              <a:t>metus</a:t>
            </a:r>
            <a:r>
              <a:rPr lang="en-SG"/>
              <a:t>, </a:t>
            </a:r>
            <a:r>
              <a:rPr lang="en-SG" err="1"/>
              <a:t>dapibus</a:t>
            </a:r>
            <a:r>
              <a:rPr lang="en-SG"/>
              <a:t> </a:t>
            </a:r>
            <a:r>
              <a:rPr lang="en-SG" err="1"/>
              <a:t>quis</a:t>
            </a:r>
            <a:r>
              <a:rPr lang="en-SG"/>
              <a:t> </a:t>
            </a:r>
            <a:r>
              <a:rPr lang="en-SG" err="1"/>
              <a:t>placerat</a:t>
            </a:r>
            <a:r>
              <a:rPr lang="en-SG"/>
              <a:t> </a:t>
            </a:r>
            <a:r>
              <a:rPr lang="en-SG" err="1"/>
              <a:t>vel</a:t>
            </a:r>
            <a:r>
              <a:rPr lang="en-SG"/>
              <a:t>, </a:t>
            </a:r>
            <a:r>
              <a:rPr lang="en-SG" err="1"/>
              <a:t>bibendum</a:t>
            </a:r>
            <a:r>
              <a:rPr lang="en-SG"/>
              <a:t> </a:t>
            </a:r>
            <a:r>
              <a:rPr lang="en-SG" err="1"/>
              <a:t>eget</a:t>
            </a:r>
            <a:r>
              <a:rPr lang="en-SG"/>
              <a:t> </a:t>
            </a:r>
            <a:r>
              <a:rPr lang="en-SG" err="1"/>
              <a:t>justo</a:t>
            </a:r>
            <a:r>
              <a:rPr lang="en-SG"/>
              <a:t>. Ut gravida </a:t>
            </a:r>
            <a:r>
              <a:rPr lang="en-SG" err="1"/>
              <a:t>commodo</a:t>
            </a:r>
            <a:r>
              <a:rPr lang="en-SG"/>
              <a:t> </a:t>
            </a:r>
            <a:r>
              <a:rPr lang="en-SG" err="1"/>
              <a:t>neque</a:t>
            </a:r>
            <a:r>
              <a:rPr lang="en-SG"/>
              <a:t>, sit </a:t>
            </a:r>
            <a:r>
              <a:rPr lang="en-SG" err="1"/>
              <a:t>amet</a:t>
            </a:r>
            <a:r>
              <a:rPr lang="en-SG"/>
              <a:t> </a:t>
            </a:r>
            <a:r>
              <a:rPr lang="en-SG" err="1"/>
              <a:t>venenatis</a:t>
            </a:r>
            <a:r>
              <a:rPr lang="en-SG"/>
              <a:t> </a:t>
            </a:r>
            <a:r>
              <a:rPr lang="en-SG" err="1"/>
              <a:t>est</a:t>
            </a:r>
            <a:r>
              <a:rPr lang="en-SG"/>
              <a:t> </a:t>
            </a:r>
            <a:r>
              <a:rPr lang="en-SG" err="1"/>
              <a:t>tristique</a:t>
            </a:r>
            <a:r>
              <a:rPr lang="en-SG"/>
              <a:t> at. Ut vitae </a:t>
            </a:r>
            <a:r>
              <a:rPr lang="en-SG" err="1"/>
              <a:t>venenatis</a:t>
            </a:r>
            <a:r>
              <a:rPr lang="en-SG"/>
              <a:t> </a:t>
            </a:r>
            <a:r>
              <a:rPr lang="en-SG" err="1"/>
              <a:t>enim</a:t>
            </a:r>
            <a:r>
              <a:rPr lang="en-SG"/>
              <a:t>, sit </a:t>
            </a:r>
            <a:r>
              <a:rPr lang="en-SG" err="1"/>
              <a:t>amet</a:t>
            </a:r>
            <a:r>
              <a:rPr lang="en-SG"/>
              <a:t> dictum </a:t>
            </a:r>
            <a:r>
              <a:rPr lang="en-SG" err="1"/>
              <a:t>nunc</a:t>
            </a:r>
            <a:r>
              <a:rPr lang="en-SG"/>
              <a:t>. </a:t>
            </a:r>
            <a:r>
              <a:rPr lang="en-SG" err="1"/>
              <a:t>Etiam</a:t>
            </a:r>
            <a:r>
              <a:rPr lang="en-SG"/>
              <a:t> ac </a:t>
            </a:r>
            <a:r>
              <a:rPr lang="en-SG" err="1"/>
              <a:t>ornare</a:t>
            </a:r>
            <a:r>
              <a:rPr lang="en-SG"/>
              <a:t> diam. </a:t>
            </a:r>
            <a:endParaRPr lang="en-US"/>
          </a:p>
        </p:txBody>
      </p:sp>
      <p:sp>
        <p:nvSpPr>
          <p:cNvPr id="9" name="Text Placeholder 18">
            <a:extLst>
              <a:ext uri="{FF2B5EF4-FFF2-40B4-BE49-F238E27FC236}">
                <a16:creationId xmlns:a16="http://schemas.microsoft.com/office/drawing/2014/main" id="{21954483-56A7-6D48-9F06-1BBCEEC6FC83}"/>
              </a:ext>
            </a:extLst>
          </p:cNvPr>
          <p:cNvSpPr>
            <a:spLocks noGrp="1"/>
          </p:cNvSpPr>
          <p:nvPr>
            <p:ph type="body" sz="quarter" idx="11" hasCustomPrompt="1"/>
          </p:nvPr>
        </p:nvSpPr>
        <p:spPr>
          <a:xfrm>
            <a:off x="4325524" y="1470025"/>
            <a:ext cx="3533015" cy="4042880"/>
          </a:xfrm>
          <a:prstGeom prst="rect">
            <a:avLst/>
          </a:prstGeom>
        </p:spPr>
        <p:txBody>
          <a:bodyPr/>
          <a:lstStyle>
            <a:lvl1pPr marL="0" indent="0">
              <a:lnSpc>
                <a:spcPct val="110000"/>
              </a:lnSpc>
              <a:spcBef>
                <a:spcPts val="2200"/>
              </a:spcBef>
              <a:buNone/>
              <a:defRPr sz="1400">
                <a:latin typeface="Ubuntu" panose="020B0504030602030204" pitchFamily="34" charset="0"/>
              </a:defRPr>
            </a:lvl1pPr>
          </a:lstStyle>
          <a:p>
            <a:pPr lvl="0"/>
            <a:r>
              <a:rPr lang="en-SG"/>
              <a:t>Content Lorem ipsum </a:t>
            </a:r>
            <a:r>
              <a:rPr lang="en-SG" err="1"/>
              <a:t>dolor</a:t>
            </a:r>
            <a:r>
              <a:rPr lang="en-SG"/>
              <a:t> sit </a:t>
            </a:r>
            <a:r>
              <a:rPr lang="en-SG" err="1"/>
              <a:t>amet</a:t>
            </a:r>
            <a:r>
              <a:rPr lang="en-SG"/>
              <a:t>, </a:t>
            </a:r>
            <a:r>
              <a:rPr lang="en-SG" err="1"/>
              <a:t>consectetur</a:t>
            </a:r>
            <a:r>
              <a:rPr lang="en-SG"/>
              <a:t> </a:t>
            </a:r>
            <a:r>
              <a:rPr lang="en-SG" err="1"/>
              <a:t>adipiscing</a:t>
            </a:r>
            <a:r>
              <a:rPr lang="en-SG"/>
              <a:t> </a:t>
            </a:r>
            <a:r>
              <a:rPr lang="en-SG" err="1"/>
              <a:t>elit</a:t>
            </a:r>
            <a:r>
              <a:rPr lang="en-SG"/>
              <a:t>. Donec ligula </a:t>
            </a:r>
            <a:r>
              <a:rPr lang="en-SG" err="1"/>
              <a:t>metus</a:t>
            </a:r>
            <a:r>
              <a:rPr lang="en-SG"/>
              <a:t>, </a:t>
            </a:r>
            <a:r>
              <a:rPr lang="en-SG" err="1"/>
              <a:t>dapibus</a:t>
            </a:r>
            <a:r>
              <a:rPr lang="en-SG"/>
              <a:t> </a:t>
            </a:r>
            <a:r>
              <a:rPr lang="en-SG" err="1"/>
              <a:t>quis</a:t>
            </a:r>
            <a:r>
              <a:rPr lang="en-SG"/>
              <a:t> </a:t>
            </a:r>
            <a:r>
              <a:rPr lang="en-SG" err="1"/>
              <a:t>placerat</a:t>
            </a:r>
            <a:r>
              <a:rPr lang="en-SG"/>
              <a:t> </a:t>
            </a:r>
            <a:r>
              <a:rPr lang="en-SG" err="1"/>
              <a:t>vel</a:t>
            </a:r>
            <a:r>
              <a:rPr lang="en-SG"/>
              <a:t>, </a:t>
            </a:r>
            <a:r>
              <a:rPr lang="en-SG" err="1"/>
              <a:t>bibendum</a:t>
            </a:r>
            <a:r>
              <a:rPr lang="en-SG"/>
              <a:t> </a:t>
            </a:r>
            <a:r>
              <a:rPr lang="en-SG" err="1"/>
              <a:t>eget</a:t>
            </a:r>
            <a:r>
              <a:rPr lang="en-SG"/>
              <a:t> </a:t>
            </a:r>
            <a:r>
              <a:rPr lang="en-SG" err="1"/>
              <a:t>justo</a:t>
            </a:r>
            <a:r>
              <a:rPr lang="en-SG"/>
              <a:t>. Ut gravida </a:t>
            </a:r>
            <a:r>
              <a:rPr lang="en-SG" err="1"/>
              <a:t>commodo</a:t>
            </a:r>
            <a:r>
              <a:rPr lang="en-SG"/>
              <a:t> </a:t>
            </a:r>
            <a:r>
              <a:rPr lang="en-SG" err="1"/>
              <a:t>neque</a:t>
            </a:r>
            <a:r>
              <a:rPr lang="en-SG"/>
              <a:t>, sit </a:t>
            </a:r>
            <a:r>
              <a:rPr lang="en-SG" err="1"/>
              <a:t>amet</a:t>
            </a:r>
            <a:r>
              <a:rPr lang="en-SG"/>
              <a:t> </a:t>
            </a:r>
            <a:r>
              <a:rPr lang="en-SG" err="1"/>
              <a:t>venenatis</a:t>
            </a:r>
            <a:r>
              <a:rPr lang="en-SG"/>
              <a:t> </a:t>
            </a:r>
            <a:r>
              <a:rPr lang="en-SG" err="1"/>
              <a:t>est</a:t>
            </a:r>
            <a:r>
              <a:rPr lang="en-SG"/>
              <a:t> </a:t>
            </a:r>
            <a:r>
              <a:rPr lang="en-SG" err="1"/>
              <a:t>tristique</a:t>
            </a:r>
            <a:r>
              <a:rPr lang="en-SG"/>
              <a:t> at. Ut vitae </a:t>
            </a:r>
            <a:r>
              <a:rPr lang="en-SG" err="1"/>
              <a:t>venenatis</a:t>
            </a:r>
            <a:r>
              <a:rPr lang="en-SG"/>
              <a:t> </a:t>
            </a:r>
            <a:r>
              <a:rPr lang="en-SG" err="1"/>
              <a:t>enim</a:t>
            </a:r>
            <a:r>
              <a:rPr lang="en-SG"/>
              <a:t>, sit </a:t>
            </a:r>
            <a:r>
              <a:rPr lang="en-SG" err="1"/>
              <a:t>amet</a:t>
            </a:r>
            <a:r>
              <a:rPr lang="en-SG"/>
              <a:t> dictum </a:t>
            </a:r>
            <a:r>
              <a:rPr lang="en-SG" err="1"/>
              <a:t>nunc</a:t>
            </a:r>
            <a:r>
              <a:rPr lang="en-SG"/>
              <a:t>. </a:t>
            </a:r>
            <a:r>
              <a:rPr lang="en-SG" err="1"/>
              <a:t>Etiam</a:t>
            </a:r>
            <a:r>
              <a:rPr lang="en-SG"/>
              <a:t> ac </a:t>
            </a:r>
            <a:r>
              <a:rPr lang="en-SG" err="1"/>
              <a:t>ornare</a:t>
            </a:r>
            <a:r>
              <a:rPr lang="en-SG"/>
              <a:t> diam. </a:t>
            </a:r>
            <a:endParaRPr lang="en-US"/>
          </a:p>
        </p:txBody>
      </p:sp>
      <p:sp>
        <p:nvSpPr>
          <p:cNvPr id="10" name="Text Placeholder 18">
            <a:extLst>
              <a:ext uri="{FF2B5EF4-FFF2-40B4-BE49-F238E27FC236}">
                <a16:creationId xmlns:a16="http://schemas.microsoft.com/office/drawing/2014/main" id="{BB380EF6-14B1-9A49-B783-2E84AA5EA0B9}"/>
              </a:ext>
            </a:extLst>
          </p:cNvPr>
          <p:cNvSpPr>
            <a:spLocks noGrp="1"/>
          </p:cNvSpPr>
          <p:nvPr>
            <p:ph type="body" sz="quarter" idx="12" hasCustomPrompt="1"/>
          </p:nvPr>
        </p:nvSpPr>
        <p:spPr>
          <a:xfrm>
            <a:off x="8049385" y="1470025"/>
            <a:ext cx="3533015" cy="4042880"/>
          </a:xfrm>
          <a:prstGeom prst="rect">
            <a:avLst/>
          </a:prstGeom>
        </p:spPr>
        <p:txBody>
          <a:bodyPr/>
          <a:lstStyle>
            <a:lvl1pPr marL="0" indent="0">
              <a:lnSpc>
                <a:spcPct val="110000"/>
              </a:lnSpc>
              <a:spcBef>
                <a:spcPts val="2200"/>
              </a:spcBef>
              <a:buNone/>
              <a:defRPr sz="1400">
                <a:latin typeface="Ubuntu" panose="020B0504030602030204" pitchFamily="34" charset="0"/>
              </a:defRPr>
            </a:lvl1pPr>
          </a:lstStyle>
          <a:p>
            <a:pPr lvl="0"/>
            <a:r>
              <a:rPr lang="en-SG"/>
              <a:t>Content Lorem ipsum </a:t>
            </a:r>
            <a:r>
              <a:rPr lang="en-SG" err="1"/>
              <a:t>dolor</a:t>
            </a:r>
            <a:r>
              <a:rPr lang="en-SG"/>
              <a:t> sit </a:t>
            </a:r>
            <a:r>
              <a:rPr lang="en-SG" err="1"/>
              <a:t>amet</a:t>
            </a:r>
            <a:r>
              <a:rPr lang="en-SG"/>
              <a:t>, </a:t>
            </a:r>
            <a:r>
              <a:rPr lang="en-SG" err="1"/>
              <a:t>consectetur</a:t>
            </a:r>
            <a:r>
              <a:rPr lang="en-SG"/>
              <a:t> </a:t>
            </a:r>
            <a:r>
              <a:rPr lang="en-SG" err="1"/>
              <a:t>adipiscing</a:t>
            </a:r>
            <a:r>
              <a:rPr lang="en-SG"/>
              <a:t> </a:t>
            </a:r>
            <a:r>
              <a:rPr lang="en-SG" err="1"/>
              <a:t>elit</a:t>
            </a:r>
            <a:r>
              <a:rPr lang="en-SG"/>
              <a:t>. Donec ligula </a:t>
            </a:r>
            <a:r>
              <a:rPr lang="en-SG" err="1"/>
              <a:t>metus</a:t>
            </a:r>
            <a:r>
              <a:rPr lang="en-SG"/>
              <a:t>, </a:t>
            </a:r>
            <a:r>
              <a:rPr lang="en-SG" err="1"/>
              <a:t>dapibus</a:t>
            </a:r>
            <a:r>
              <a:rPr lang="en-SG"/>
              <a:t> </a:t>
            </a:r>
            <a:r>
              <a:rPr lang="en-SG" err="1"/>
              <a:t>quis</a:t>
            </a:r>
            <a:r>
              <a:rPr lang="en-SG"/>
              <a:t> </a:t>
            </a:r>
            <a:r>
              <a:rPr lang="en-SG" err="1"/>
              <a:t>placerat</a:t>
            </a:r>
            <a:r>
              <a:rPr lang="en-SG"/>
              <a:t> </a:t>
            </a:r>
            <a:r>
              <a:rPr lang="en-SG" err="1"/>
              <a:t>vel</a:t>
            </a:r>
            <a:r>
              <a:rPr lang="en-SG"/>
              <a:t>, </a:t>
            </a:r>
            <a:r>
              <a:rPr lang="en-SG" err="1"/>
              <a:t>bibendum</a:t>
            </a:r>
            <a:r>
              <a:rPr lang="en-SG"/>
              <a:t> </a:t>
            </a:r>
            <a:r>
              <a:rPr lang="en-SG" err="1"/>
              <a:t>eget</a:t>
            </a:r>
            <a:r>
              <a:rPr lang="en-SG"/>
              <a:t> </a:t>
            </a:r>
            <a:r>
              <a:rPr lang="en-SG" err="1"/>
              <a:t>justo</a:t>
            </a:r>
            <a:r>
              <a:rPr lang="en-SG"/>
              <a:t>. Ut gravida </a:t>
            </a:r>
            <a:r>
              <a:rPr lang="en-SG" err="1"/>
              <a:t>commodo</a:t>
            </a:r>
            <a:r>
              <a:rPr lang="en-SG"/>
              <a:t> </a:t>
            </a:r>
            <a:r>
              <a:rPr lang="en-SG" err="1"/>
              <a:t>neque</a:t>
            </a:r>
            <a:r>
              <a:rPr lang="en-SG"/>
              <a:t>, sit </a:t>
            </a:r>
            <a:r>
              <a:rPr lang="en-SG" err="1"/>
              <a:t>amet</a:t>
            </a:r>
            <a:r>
              <a:rPr lang="en-SG"/>
              <a:t> </a:t>
            </a:r>
            <a:r>
              <a:rPr lang="en-SG" err="1"/>
              <a:t>venenatis</a:t>
            </a:r>
            <a:r>
              <a:rPr lang="en-SG"/>
              <a:t> </a:t>
            </a:r>
            <a:r>
              <a:rPr lang="en-SG" err="1"/>
              <a:t>est</a:t>
            </a:r>
            <a:r>
              <a:rPr lang="en-SG"/>
              <a:t> </a:t>
            </a:r>
            <a:r>
              <a:rPr lang="en-SG" err="1"/>
              <a:t>tristique</a:t>
            </a:r>
            <a:r>
              <a:rPr lang="en-SG"/>
              <a:t> at. Ut vitae </a:t>
            </a:r>
            <a:r>
              <a:rPr lang="en-SG" err="1"/>
              <a:t>venenatis</a:t>
            </a:r>
            <a:r>
              <a:rPr lang="en-SG"/>
              <a:t> </a:t>
            </a:r>
            <a:r>
              <a:rPr lang="en-SG" err="1"/>
              <a:t>enim</a:t>
            </a:r>
            <a:r>
              <a:rPr lang="en-SG"/>
              <a:t>, sit </a:t>
            </a:r>
            <a:r>
              <a:rPr lang="en-SG" err="1"/>
              <a:t>amet</a:t>
            </a:r>
            <a:r>
              <a:rPr lang="en-SG"/>
              <a:t> dictum </a:t>
            </a:r>
            <a:r>
              <a:rPr lang="en-SG" err="1"/>
              <a:t>nunc</a:t>
            </a:r>
            <a:r>
              <a:rPr lang="en-SG"/>
              <a:t>. </a:t>
            </a:r>
            <a:r>
              <a:rPr lang="en-SG" err="1"/>
              <a:t>Etiam</a:t>
            </a:r>
            <a:r>
              <a:rPr lang="en-SG"/>
              <a:t> ac </a:t>
            </a:r>
            <a:r>
              <a:rPr lang="en-SG" err="1"/>
              <a:t>ornare</a:t>
            </a:r>
            <a:r>
              <a:rPr lang="en-SG"/>
              <a:t> diam. </a:t>
            </a:r>
            <a:endParaRPr lang="en-US"/>
          </a:p>
        </p:txBody>
      </p:sp>
      <p:cxnSp>
        <p:nvCxnSpPr>
          <p:cNvPr id="12" name="Google Shape;65;p14">
            <a:extLst>
              <a:ext uri="{FF2B5EF4-FFF2-40B4-BE49-F238E27FC236}">
                <a16:creationId xmlns:a16="http://schemas.microsoft.com/office/drawing/2014/main" id="{2052BEE0-584E-5743-80B9-A2E5D5845837}"/>
              </a:ext>
            </a:extLst>
          </p:cNvPr>
          <p:cNvCxnSpPr>
            <a:cxnSpLocks/>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13" name="TextBox 12">
            <a:extLst>
              <a:ext uri="{FF2B5EF4-FFF2-40B4-BE49-F238E27FC236}">
                <a16:creationId xmlns:a16="http://schemas.microsoft.com/office/drawing/2014/main" id="{BE5CA3DA-2FD8-8842-9430-54B3D35B530F}"/>
              </a:ext>
            </a:extLst>
          </p:cNvPr>
          <p:cNvSpPr txBox="1"/>
          <p:nvPr userDrawn="1"/>
        </p:nvSpPr>
        <p:spPr>
          <a:xfrm>
            <a:off x="10143919" y="6461919"/>
            <a:ext cx="1819218" cy="184666"/>
          </a:xfrm>
          <a:prstGeom prst="rect">
            <a:avLst/>
          </a:prstGeom>
          <a:noFill/>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6" name="Straight Connector 15">
            <a:extLst>
              <a:ext uri="{FF2B5EF4-FFF2-40B4-BE49-F238E27FC236}">
                <a16:creationId xmlns:a16="http://schemas.microsoft.com/office/drawing/2014/main" id="{AEA6204D-20E6-1246-A8C6-95D6751F0F60}"/>
              </a:ext>
            </a:extLst>
          </p:cNvPr>
          <p:cNvCxnSpPr>
            <a:cxnSpLocks/>
          </p:cNvCxnSpPr>
          <p:nvPr userDrawn="1"/>
        </p:nvCxnSpPr>
        <p:spPr>
          <a:xfrm>
            <a:off x="1076460" y="6461919"/>
            <a:ext cx="0" cy="247106"/>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Google Shape;64;p14">
            <a:extLst>
              <a:ext uri="{FF2B5EF4-FFF2-40B4-BE49-F238E27FC236}">
                <a16:creationId xmlns:a16="http://schemas.microsoft.com/office/drawing/2014/main" id="{801C68B1-61C1-B446-8D6A-E36FA399E9E6}"/>
              </a:ext>
            </a:extLst>
          </p:cNvPr>
          <p:cNvSpPr txBox="1"/>
          <p:nvPr userDrawn="1"/>
        </p:nvSpPr>
        <p:spPr>
          <a:xfrm>
            <a:off x="1076459" y="6395991"/>
            <a:ext cx="826057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2024. All Rights Reserved. The content of this presentation is proprietary and confidential information of NCS. It is not intended to be distributed without the written consent of NCS.</a:t>
            </a:r>
          </a:p>
        </p:txBody>
      </p:sp>
      <p:pic>
        <p:nvPicPr>
          <p:cNvPr id="11" name="Graphic 10">
            <a:extLst>
              <a:ext uri="{FF2B5EF4-FFF2-40B4-BE49-F238E27FC236}">
                <a16:creationId xmlns:a16="http://schemas.microsoft.com/office/drawing/2014/main" id="{956F0E51-6CE1-B14B-9C62-0FD6678C8D2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42174" y="6454776"/>
            <a:ext cx="780176" cy="285750"/>
          </a:xfrm>
          <a:prstGeom prst="rect">
            <a:avLst/>
          </a:prstGeom>
        </p:spPr>
      </p:pic>
    </p:spTree>
    <p:extLst>
      <p:ext uri="{BB962C8B-B14F-4D97-AF65-F5344CB8AC3E}">
        <p14:creationId xmlns:p14="http://schemas.microsoft.com/office/powerpoint/2010/main" val="2910053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Agenda">
    <p:bg>
      <p:bgRef idx="1001">
        <a:schemeClr val="bg2"/>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1164910"/>
            <a:ext cx="5398584" cy="783153"/>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Arial" panose="020B060402020202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Agenda</a:t>
            </a:r>
          </a:p>
        </p:txBody>
      </p:sp>
      <p:sp>
        <p:nvSpPr>
          <p:cNvPr id="14" name="Text Placeholder 13">
            <a:extLst>
              <a:ext uri="{FF2B5EF4-FFF2-40B4-BE49-F238E27FC236}">
                <a16:creationId xmlns:a16="http://schemas.microsoft.com/office/drawing/2014/main" id="{B602C975-82B9-F34D-9159-B811AB56E37E}"/>
              </a:ext>
            </a:extLst>
          </p:cNvPr>
          <p:cNvSpPr>
            <a:spLocks noGrp="1"/>
          </p:cNvSpPr>
          <p:nvPr>
            <p:ph type="body" sz="quarter" idx="11" hasCustomPrompt="1"/>
          </p:nvPr>
        </p:nvSpPr>
        <p:spPr>
          <a:xfrm>
            <a:off x="6210804" y="1165226"/>
            <a:ext cx="5398584" cy="4731992"/>
          </a:xfrm>
          <a:prstGeom prst="rect">
            <a:avLst/>
          </a:prstGeom>
        </p:spPr>
        <p:txBody>
          <a:bodyPr/>
          <a:lstStyle>
            <a:lvl1pPr marL="514350" indent="-514350">
              <a:buFont typeface="+mj-lt"/>
              <a:buAutoNum type="arabicPeriod"/>
              <a:defRPr sz="2000">
                <a:solidFill>
                  <a:schemeClr val="accent1"/>
                </a:solidFill>
                <a:latin typeface="Arial" panose="020B0604020202020204" pitchFamily="34" charset="0"/>
              </a:defRPr>
            </a:lvl1pPr>
            <a:lvl2pPr marL="914400" indent="-457200">
              <a:buFont typeface="+mj-lt"/>
              <a:buAutoNum type="arabicPeriod"/>
              <a:defRPr>
                <a:latin typeface="Ubuntu" panose="020B0504030602030204" pitchFamily="34" charset="0"/>
              </a:defRPr>
            </a:lvl2pPr>
            <a:lvl3pPr marL="1371600" indent="-457200">
              <a:buFont typeface="+mj-lt"/>
              <a:buAutoNum type="arabicPeriod"/>
              <a:defRPr>
                <a:latin typeface="Ubuntu" panose="020B0504030602030204" pitchFamily="34" charset="0"/>
              </a:defRPr>
            </a:lvl3pPr>
            <a:lvl4pPr marL="1714500" indent="-342900">
              <a:buFont typeface="+mj-lt"/>
              <a:buAutoNum type="arabicPeriod"/>
              <a:defRPr>
                <a:latin typeface="Ubuntu" panose="020B0504030602030204" pitchFamily="34" charset="0"/>
              </a:defRPr>
            </a:lvl4pPr>
            <a:lvl5pPr marL="2171700" indent="-342900">
              <a:buFont typeface="+mj-lt"/>
              <a:buAutoNum type="arabicPeriod"/>
              <a:defRPr>
                <a:latin typeface="Ubuntu" panose="020B0504030602030204" pitchFamily="34" charset="0"/>
              </a:defRPr>
            </a:lvl5pPr>
          </a:lstStyle>
          <a:p>
            <a:r>
              <a:rPr lang="en-SG" err="1"/>
              <a:t>Sed</a:t>
            </a:r>
            <a:r>
              <a:rPr lang="en-SG"/>
              <a:t> </a:t>
            </a:r>
            <a:r>
              <a:rPr lang="en-SG" err="1"/>
              <a:t>accumsan</a:t>
            </a:r>
            <a:r>
              <a:rPr lang="en-SG"/>
              <a:t> </a:t>
            </a:r>
            <a:r>
              <a:rPr lang="en-SG" err="1"/>
              <a:t>quam</a:t>
            </a:r>
            <a:r>
              <a:rPr lang="en-SG"/>
              <a:t> vitae ligula </a:t>
            </a:r>
            <a:r>
              <a:rPr lang="en-SG" err="1"/>
              <a:t>tincidunt</a:t>
            </a:r>
            <a:r>
              <a:rPr lang="en-SG"/>
              <a:t> </a:t>
            </a:r>
            <a:r>
              <a:rPr lang="en-SG" err="1"/>
              <a:t>tristique</a:t>
            </a:r>
            <a:r>
              <a:rPr lang="en-SG"/>
              <a:t>.</a:t>
            </a:r>
          </a:p>
          <a:p>
            <a:r>
              <a:rPr lang="en-SG"/>
              <a:t>Nam ac eros ac </a:t>
            </a:r>
            <a:r>
              <a:rPr lang="en-SG" err="1"/>
              <a:t>purus</a:t>
            </a:r>
            <a:r>
              <a:rPr lang="en-SG"/>
              <a:t> </a:t>
            </a:r>
            <a:r>
              <a:rPr lang="en-SG" err="1"/>
              <a:t>sagittis</a:t>
            </a:r>
            <a:r>
              <a:rPr lang="en-SG"/>
              <a:t> </a:t>
            </a:r>
            <a:r>
              <a:rPr lang="en-SG" err="1"/>
              <a:t>viverra</a:t>
            </a:r>
            <a:r>
              <a:rPr lang="en-SG"/>
              <a:t>.</a:t>
            </a:r>
          </a:p>
          <a:p>
            <a:r>
              <a:rPr lang="en-SG"/>
              <a:t>Maecenas </a:t>
            </a:r>
            <a:r>
              <a:rPr lang="en-SG" err="1"/>
              <a:t>rhoncus</a:t>
            </a:r>
            <a:r>
              <a:rPr lang="en-SG"/>
              <a:t> </a:t>
            </a:r>
            <a:r>
              <a:rPr lang="en-SG" err="1"/>
              <a:t>nibh</a:t>
            </a:r>
            <a:r>
              <a:rPr lang="en-SG"/>
              <a:t> </a:t>
            </a:r>
            <a:r>
              <a:rPr lang="en-SG" err="1"/>
              <a:t>eu</a:t>
            </a:r>
            <a:r>
              <a:rPr lang="en-SG"/>
              <a:t> ligula </a:t>
            </a:r>
            <a:r>
              <a:rPr lang="en-SG" err="1"/>
              <a:t>sagittis</a:t>
            </a:r>
            <a:r>
              <a:rPr lang="en-SG"/>
              <a:t>, </a:t>
            </a:r>
            <a:r>
              <a:rPr lang="en-SG" err="1"/>
              <a:t>sed</a:t>
            </a:r>
            <a:r>
              <a:rPr lang="en-SG"/>
              <a:t> </a:t>
            </a:r>
            <a:r>
              <a:rPr lang="en-SG" err="1"/>
              <a:t>efficitur</a:t>
            </a:r>
            <a:r>
              <a:rPr lang="en-SG"/>
              <a:t> </a:t>
            </a:r>
            <a:r>
              <a:rPr lang="en-SG" err="1"/>
              <a:t>risus</a:t>
            </a:r>
            <a:r>
              <a:rPr lang="en-SG"/>
              <a:t> semper.</a:t>
            </a:r>
          </a:p>
          <a:p>
            <a:r>
              <a:rPr lang="en-SG"/>
              <a:t>Aenean </a:t>
            </a:r>
            <a:r>
              <a:rPr lang="en-SG" err="1"/>
              <a:t>interdum</a:t>
            </a:r>
            <a:r>
              <a:rPr lang="en-SG"/>
              <a:t> </a:t>
            </a:r>
            <a:r>
              <a:rPr lang="en-SG" err="1"/>
              <a:t>nibh</a:t>
            </a:r>
            <a:r>
              <a:rPr lang="en-SG"/>
              <a:t> et ex </a:t>
            </a:r>
            <a:r>
              <a:rPr lang="en-SG" err="1"/>
              <a:t>mattis</a:t>
            </a:r>
            <a:r>
              <a:rPr lang="en-SG"/>
              <a:t> </a:t>
            </a:r>
            <a:r>
              <a:rPr lang="en-SG" err="1"/>
              <a:t>blandit</a:t>
            </a:r>
            <a:r>
              <a:rPr lang="en-SG"/>
              <a:t>.</a:t>
            </a:r>
          </a:p>
          <a:p>
            <a:r>
              <a:rPr lang="en-SG" err="1"/>
              <a:t>Sed</a:t>
            </a:r>
            <a:r>
              <a:rPr lang="en-SG"/>
              <a:t> sit </a:t>
            </a:r>
            <a:r>
              <a:rPr lang="en-SG" err="1"/>
              <a:t>amet</a:t>
            </a:r>
            <a:r>
              <a:rPr lang="en-SG"/>
              <a:t> </a:t>
            </a:r>
            <a:r>
              <a:rPr lang="en-SG" err="1"/>
              <a:t>nunc</a:t>
            </a:r>
            <a:r>
              <a:rPr lang="en-SG"/>
              <a:t> </a:t>
            </a:r>
            <a:r>
              <a:rPr lang="en-SG" err="1"/>
              <a:t>sed</a:t>
            </a:r>
            <a:r>
              <a:rPr lang="en-SG"/>
              <a:t> </a:t>
            </a:r>
            <a:r>
              <a:rPr lang="en-SG" err="1"/>
              <a:t>enim</a:t>
            </a:r>
            <a:r>
              <a:rPr lang="en-SG"/>
              <a:t> </a:t>
            </a:r>
            <a:r>
              <a:rPr lang="en-SG" err="1"/>
              <a:t>lobortis</a:t>
            </a:r>
            <a:r>
              <a:rPr lang="en-SG"/>
              <a:t> </a:t>
            </a:r>
            <a:r>
              <a:rPr lang="en-SG" err="1"/>
              <a:t>fringilla</a:t>
            </a:r>
            <a:r>
              <a:rPr lang="en-SG"/>
              <a:t>.</a:t>
            </a:r>
          </a:p>
        </p:txBody>
      </p:sp>
      <p:cxnSp>
        <p:nvCxnSpPr>
          <p:cNvPr id="19" name="Google Shape;65;p14">
            <a:extLst>
              <a:ext uri="{FF2B5EF4-FFF2-40B4-BE49-F238E27FC236}">
                <a16:creationId xmlns:a16="http://schemas.microsoft.com/office/drawing/2014/main" id="{7BA17C6F-E79C-404A-A3BC-1FA9D44ED745}"/>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7" name="Slide Number Placeholder 5">
            <a:extLst>
              <a:ext uri="{FF2B5EF4-FFF2-40B4-BE49-F238E27FC236}">
                <a16:creationId xmlns:a16="http://schemas.microsoft.com/office/drawing/2014/main" id="{023A09B5-8CED-43A3-F013-3E94FC7FEB56}"/>
              </a:ext>
            </a:extLst>
          </p:cNvPr>
          <p:cNvSpPr txBox="1">
            <a:spLocks/>
          </p:cNvSpPr>
          <p:nvPr userDrawn="1"/>
        </p:nvSpPr>
        <p:spPr>
          <a:xfrm>
            <a:off x="11792572" y="6587395"/>
            <a:ext cx="444500" cy="230832"/>
          </a:xfrm>
          <a:prstGeom prst="rect">
            <a:avLst/>
          </a:prstGeom>
          <a:noFill/>
        </p:spPr>
        <p:txBody>
          <a:bodyPr wrap="square" rtlCol="0">
            <a:spAutoFit/>
          </a:bodyPr>
          <a:lstStyle>
            <a:defPPr>
              <a:defRPr lang="en-US"/>
            </a:defPPr>
            <a:lvl1pPr marR="0" lvl="0" indent="0" defTabSz="457189" fontAlgn="auto">
              <a:lnSpc>
                <a:spcPct val="100000"/>
              </a:lnSpc>
              <a:spcBef>
                <a:spcPts val="0"/>
              </a:spcBef>
              <a:spcAft>
                <a:spcPts val="0"/>
              </a:spcAft>
              <a:buClrTx/>
              <a:buSzTx/>
              <a:buFontTx/>
              <a:buNone/>
              <a:tabLst/>
              <a:defRPr kumimoji="0" sz="900" b="0" i="0" u="none" strike="noStrike" cap="none" spc="0" normalizeH="0" baseline="0">
                <a:ln>
                  <a:noFill/>
                </a:ln>
                <a:solidFill>
                  <a:srgbClr val="6E6E6E"/>
                </a:solidFill>
                <a:effectLst/>
                <a:uLnTx/>
                <a:uFillTx/>
                <a:latin typeface="Calibri"/>
                <a:cs typeface="Calibri" panose="020F0502020204030204" pitchFamily="34" charset="0"/>
              </a:defRPr>
            </a:lvl1pPr>
            <a:lvl2pPr marL="342900" algn="l" defTabSz="342900" rtl="0" eaLnBrk="1" latinLnBrk="0" hangingPunct="1">
              <a:defRPr sz="1400" kern="1200">
                <a:solidFill>
                  <a:schemeClr val="tx1"/>
                </a:solidFill>
                <a:latin typeface="+mn-lt"/>
                <a:ea typeface="+mn-ea"/>
                <a:cs typeface="+mn-cs"/>
              </a:defRPr>
            </a:lvl2pPr>
            <a:lvl3pPr marL="685800" algn="l" defTabSz="342900" rtl="0" eaLnBrk="1" latinLnBrk="0" hangingPunct="1">
              <a:defRPr sz="1400" kern="1200">
                <a:solidFill>
                  <a:schemeClr val="tx1"/>
                </a:solidFill>
                <a:latin typeface="+mn-lt"/>
                <a:ea typeface="+mn-ea"/>
                <a:cs typeface="+mn-cs"/>
              </a:defRPr>
            </a:lvl3pPr>
            <a:lvl4pPr marL="1028700" algn="l" defTabSz="342900" rtl="0" eaLnBrk="1" latinLnBrk="0" hangingPunct="1">
              <a:defRPr sz="1400" kern="1200">
                <a:solidFill>
                  <a:schemeClr val="tx1"/>
                </a:solidFill>
                <a:latin typeface="+mn-lt"/>
                <a:ea typeface="+mn-ea"/>
                <a:cs typeface="+mn-cs"/>
              </a:defRPr>
            </a:lvl4pPr>
            <a:lvl5pPr marL="1371600" algn="l" defTabSz="342900" rtl="0" eaLnBrk="1" latinLnBrk="0" hangingPunct="1">
              <a:defRPr sz="1400" kern="1200">
                <a:solidFill>
                  <a:schemeClr val="tx1"/>
                </a:solidFill>
                <a:latin typeface="+mn-lt"/>
                <a:ea typeface="+mn-ea"/>
                <a:cs typeface="+mn-cs"/>
              </a:defRPr>
            </a:lvl5pPr>
            <a:lvl6pPr marL="1714500" algn="l" defTabSz="342900" rtl="0" eaLnBrk="1" latinLnBrk="0" hangingPunct="1">
              <a:defRPr sz="1400" kern="1200">
                <a:solidFill>
                  <a:schemeClr val="tx1"/>
                </a:solidFill>
                <a:latin typeface="+mn-lt"/>
                <a:ea typeface="+mn-ea"/>
                <a:cs typeface="+mn-cs"/>
              </a:defRPr>
            </a:lvl6pPr>
            <a:lvl7pPr marL="2057400" algn="l" defTabSz="342900" rtl="0" eaLnBrk="1" latinLnBrk="0" hangingPunct="1">
              <a:defRPr sz="1400" kern="1200">
                <a:solidFill>
                  <a:schemeClr val="tx1"/>
                </a:solidFill>
                <a:latin typeface="+mn-lt"/>
                <a:ea typeface="+mn-ea"/>
                <a:cs typeface="+mn-cs"/>
              </a:defRPr>
            </a:lvl7pPr>
            <a:lvl8pPr marL="2400300" algn="l" defTabSz="342900" rtl="0" eaLnBrk="1" latinLnBrk="0" hangingPunct="1">
              <a:defRPr sz="1400" kern="1200">
                <a:solidFill>
                  <a:schemeClr val="tx1"/>
                </a:solidFill>
                <a:latin typeface="+mn-lt"/>
                <a:ea typeface="+mn-ea"/>
                <a:cs typeface="+mn-cs"/>
              </a:defRPr>
            </a:lvl8pPr>
            <a:lvl9pPr marL="2743200" algn="l" defTabSz="342900" rtl="0" eaLnBrk="1" latinLnBrk="0" hangingPunct="1">
              <a:defRPr sz="1400" kern="1200">
                <a:solidFill>
                  <a:schemeClr val="tx1"/>
                </a:solidFill>
                <a:latin typeface="+mn-lt"/>
                <a:ea typeface="+mn-ea"/>
                <a:cs typeface="+mn-cs"/>
              </a:defRPr>
            </a:lvl9pPr>
          </a:lstStyle>
          <a:p>
            <a:pPr lvl="0"/>
            <a:fld id="{0500D165-1E99-43B3-AE6A-A838DB078412}" type="slidenum">
              <a:rPr lang="en-SG" noProof="0" smtClean="0">
                <a:solidFill>
                  <a:schemeClr val="tx1"/>
                </a:solidFill>
                <a:latin typeface="Arial" panose="020B0604020202020204" pitchFamily="34" charset="0"/>
                <a:cs typeface="Arial" panose="020B0604020202020204" pitchFamily="34" charset="0"/>
              </a:rPr>
              <a:pPr lvl="0"/>
              <a:t>‹#›</a:t>
            </a:fld>
            <a:endParaRPr lang="en-SG" noProof="0">
              <a:solidFill>
                <a:schemeClr val="tx1"/>
              </a:solidFill>
              <a:latin typeface="Arial" panose="020B0604020202020204" pitchFamily="34" charset="0"/>
              <a:cs typeface="Arial" panose="020B0604020202020204" pitchFamily="34" charset="0"/>
            </a:endParaRPr>
          </a:p>
        </p:txBody>
      </p:sp>
      <p:cxnSp>
        <p:nvCxnSpPr>
          <p:cNvPr id="3" name="Straight Connector 2">
            <a:extLst>
              <a:ext uri="{FF2B5EF4-FFF2-40B4-BE49-F238E27FC236}">
                <a16:creationId xmlns:a16="http://schemas.microsoft.com/office/drawing/2014/main" id="{5D87D2AC-6812-89B3-75D2-7F1F52813609}"/>
              </a:ext>
            </a:extLst>
          </p:cNvPr>
          <p:cNvCxnSpPr>
            <a:cxnSpLocks/>
          </p:cNvCxnSpPr>
          <p:nvPr userDrawn="1"/>
        </p:nvCxnSpPr>
        <p:spPr>
          <a:xfrm>
            <a:off x="1076460" y="6461919"/>
            <a:ext cx="0" cy="24710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Google Shape;64;p14">
            <a:extLst>
              <a:ext uri="{FF2B5EF4-FFF2-40B4-BE49-F238E27FC236}">
                <a16:creationId xmlns:a16="http://schemas.microsoft.com/office/drawing/2014/main" id="{EE2FC484-D3C5-FD0E-896B-D8CC3F2A27D2}"/>
              </a:ext>
            </a:extLst>
          </p:cNvPr>
          <p:cNvSpPr txBox="1"/>
          <p:nvPr userDrawn="1"/>
        </p:nvSpPr>
        <p:spPr>
          <a:xfrm>
            <a:off x="1076460"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1"/>
                </a:solidFill>
                <a:effectLst/>
                <a:latin typeface="Ubuntu" panose="020B0504030602030204" pitchFamily="34" charset="0"/>
                <a:ea typeface="+mn-ea"/>
                <a:cs typeface="+mn-cs"/>
              </a:rPr>
              <a:t>© NCS Pte Ltd 2024. All Rights Reserved. The content of this presentation is proprietary and confidential information of NCS. It is not intended to be distributed without the written consent of NCS.</a:t>
            </a:r>
          </a:p>
        </p:txBody>
      </p:sp>
      <p:pic>
        <p:nvPicPr>
          <p:cNvPr id="6" name="Graphic 5">
            <a:extLst>
              <a:ext uri="{FF2B5EF4-FFF2-40B4-BE49-F238E27FC236}">
                <a16:creationId xmlns:a16="http://schemas.microsoft.com/office/drawing/2014/main" id="{24529FB2-8BAE-37EE-A286-18138445237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42176" y="6454776"/>
            <a:ext cx="780172" cy="285750"/>
          </a:xfrm>
          <a:prstGeom prst="rect">
            <a:avLst/>
          </a:prstGeom>
        </p:spPr>
      </p:pic>
    </p:spTree>
    <p:extLst>
      <p:ext uri="{BB962C8B-B14F-4D97-AF65-F5344CB8AC3E}">
        <p14:creationId xmlns:p14="http://schemas.microsoft.com/office/powerpoint/2010/main" val="240762106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divider_2">
    <p:bg>
      <p:bgPr>
        <a:solidFill>
          <a:schemeClr val="accent4"/>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A31AF56-2745-F94D-9917-4C5E1A219220}"/>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pic>
        <p:nvPicPr>
          <p:cNvPr id="7" name="Picture 6" descr="Diagram&#10;&#10;Description automatically generated">
            <a:extLst>
              <a:ext uri="{FF2B5EF4-FFF2-40B4-BE49-F238E27FC236}">
                <a16:creationId xmlns:a16="http://schemas.microsoft.com/office/drawing/2014/main" id="{ACE44DD5-DA7D-7378-E092-2D4703E818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6875"/>
          <a:stretch/>
        </p:blipFill>
        <p:spPr>
          <a:xfrm>
            <a:off x="5715000" y="0"/>
            <a:ext cx="6477000" cy="6858000"/>
          </a:xfrm>
          <a:prstGeom prst="rect">
            <a:avLst/>
          </a:prstGeom>
        </p:spPr>
      </p:pic>
      <p:sp>
        <p:nvSpPr>
          <p:cNvPr id="8" name="Rectangle 7">
            <a:extLst>
              <a:ext uri="{FF2B5EF4-FFF2-40B4-BE49-F238E27FC236}">
                <a16:creationId xmlns:a16="http://schemas.microsoft.com/office/drawing/2014/main" id="{B037F666-45BF-12EE-F054-85AC0A04A09A}"/>
              </a:ext>
            </a:extLst>
          </p:cNvPr>
          <p:cNvSpPr/>
          <p:nvPr userDrawn="1"/>
        </p:nvSpPr>
        <p:spPr>
          <a:xfrm>
            <a:off x="-9525" y="0"/>
            <a:ext cx="9178925" cy="6858000"/>
          </a:xfrm>
          <a:prstGeom prst="rect">
            <a:avLst/>
          </a:prstGeom>
          <a:gradFill flip="none" rotWithShape="1">
            <a:gsLst>
              <a:gs pos="0">
                <a:srgbClr val="080E1D"/>
              </a:gs>
              <a:gs pos="65000">
                <a:srgbClr val="0C1A2F"/>
              </a:gs>
              <a:gs pos="100000">
                <a:srgbClr val="10254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65999" y="968472"/>
            <a:ext cx="5149001" cy="20102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Divider title goes here</a:t>
            </a:r>
          </a:p>
        </p:txBody>
      </p:sp>
      <p:cxnSp>
        <p:nvCxnSpPr>
          <p:cNvPr id="9" name="Google Shape;65;p14">
            <a:extLst>
              <a:ext uri="{FF2B5EF4-FFF2-40B4-BE49-F238E27FC236}">
                <a16:creationId xmlns:a16="http://schemas.microsoft.com/office/drawing/2014/main" id="{78634858-CBE1-4706-0624-7C187B8DE4CA}"/>
              </a:ext>
            </a:extLst>
          </p:cNvPr>
          <p:cNvCxnSpPr>
            <a:cxnSpLocks/>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0" name="TextBox 9">
            <a:extLst>
              <a:ext uri="{FF2B5EF4-FFF2-40B4-BE49-F238E27FC236}">
                <a16:creationId xmlns:a16="http://schemas.microsoft.com/office/drawing/2014/main" id="{7A787053-F48E-3957-0337-7A15D0A37CE7}"/>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3" name="Straight Connector 12">
            <a:extLst>
              <a:ext uri="{FF2B5EF4-FFF2-40B4-BE49-F238E27FC236}">
                <a16:creationId xmlns:a16="http://schemas.microsoft.com/office/drawing/2014/main" id="{D242FB2F-0393-6617-036A-B65D356FEF89}"/>
              </a:ext>
            </a:extLst>
          </p:cNvPr>
          <p:cNvCxnSpPr>
            <a:cxnSpLocks/>
          </p:cNvCxnSpPr>
          <p:nvPr userDrawn="1"/>
        </p:nvCxnSpPr>
        <p:spPr>
          <a:xfrm>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oogle Shape;64;p14">
            <a:extLst>
              <a:ext uri="{FF2B5EF4-FFF2-40B4-BE49-F238E27FC236}">
                <a16:creationId xmlns:a16="http://schemas.microsoft.com/office/drawing/2014/main" id="{1DAC1CED-135D-2799-D6F8-A2664A573E87}"/>
              </a:ext>
            </a:extLst>
          </p:cNvPr>
          <p:cNvSpPr txBox="1"/>
          <p:nvPr userDrawn="1"/>
        </p:nvSpPr>
        <p:spPr>
          <a:xfrm>
            <a:off x="1076460"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2024. All Rights Reserved. The content of this presentation is proprietary and confidential information of NCS. It is not intended to be distributed without the written consent of NCS.</a:t>
            </a:r>
          </a:p>
        </p:txBody>
      </p:sp>
      <p:pic>
        <p:nvPicPr>
          <p:cNvPr id="15" name="Graphic 14">
            <a:extLst>
              <a:ext uri="{FF2B5EF4-FFF2-40B4-BE49-F238E27FC236}">
                <a16:creationId xmlns:a16="http://schemas.microsoft.com/office/drawing/2014/main" id="{A94BA7A1-5A7D-6A4A-822F-2EC56CD234CA}"/>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242176" y="6454776"/>
            <a:ext cx="780172" cy="285750"/>
          </a:xfrm>
          <a:prstGeom prst="rect">
            <a:avLst/>
          </a:prstGeom>
        </p:spPr>
      </p:pic>
    </p:spTree>
    <p:extLst>
      <p:ext uri="{BB962C8B-B14F-4D97-AF65-F5344CB8AC3E}">
        <p14:creationId xmlns:p14="http://schemas.microsoft.com/office/powerpoint/2010/main" val="3548315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divider_2">
    <p:bg>
      <p:bgPr>
        <a:solidFill>
          <a:schemeClr val="accent4"/>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A31AF56-2745-F94D-9917-4C5E1A219220}"/>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pic>
        <p:nvPicPr>
          <p:cNvPr id="4" name="Picture 3" descr="A picture containing engineering drawing&#10;&#10;Description automatically generated">
            <a:extLst>
              <a:ext uri="{FF2B5EF4-FFF2-40B4-BE49-F238E27FC236}">
                <a16:creationId xmlns:a16="http://schemas.microsoft.com/office/drawing/2014/main" id="{C6027C33-953A-0094-CB89-A37AC08CF2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89AF897-F146-8F64-C134-5529F16654F5}"/>
              </a:ext>
            </a:extLst>
          </p:cNvPr>
          <p:cNvSpPr/>
          <p:nvPr userDrawn="1"/>
        </p:nvSpPr>
        <p:spPr>
          <a:xfrm>
            <a:off x="0" y="0"/>
            <a:ext cx="12192000" cy="6858000"/>
          </a:xfrm>
          <a:prstGeom prst="rect">
            <a:avLst/>
          </a:prstGeom>
          <a:gradFill flip="none" rotWithShape="1">
            <a:gsLst>
              <a:gs pos="10000">
                <a:schemeClr val="bg1"/>
              </a:gs>
              <a:gs pos="65000">
                <a:srgbClr val="07577C">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6611199" y="968472"/>
            <a:ext cx="5149001" cy="20102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Divider title goes here</a:t>
            </a:r>
          </a:p>
        </p:txBody>
      </p:sp>
    </p:spTree>
    <p:extLst>
      <p:ext uri="{BB962C8B-B14F-4D97-AF65-F5344CB8AC3E}">
        <p14:creationId xmlns:p14="http://schemas.microsoft.com/office/powerpoint/2010/main" val="1790777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divider_1">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37B22E5-0D68-AB40-B67E-16BEB115D26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10870F3-46F3-4F4B-A006-F8B98B537AE8}"/>
              </a:ext>
            </a:extLst>
          </p:cNvPr>
          <p:cNvSpPr txBox="1"/>
          <p:nvPr userDrawn="1"/>
        </p:nvSpPr>
        <p:spPr>
          <a:xfrm>
            <a:off x="6053480" y="3167390"/>
            <a:ext cx="4918334" cy="523220"/>
          </a:xfrm>
          <a:prstGeom prst="rect">
            <a:avLst/>
          </a:prstGeom>
          <a:noFill/>
        </p:spPr>
        <p:txBody>
          <a:bodyPr wrap="none" rtlCol="0" anchor="ctr">
            <a:spAutoFit/>
          </a:bodyPr>
          <a:lstStyle/>
          <a:p>
            <a:pPr algn="ctr"/>
            <a:r>
              <a:rPr lang="en-US" sz="2800" b="1" i="0">
                <a:solidFill>
                  <a:schemeClr val="bg1"/>
                </a:solidFill>
                <a:latin typeface="Ubuntu" panose="020B0504030602030204" pitchFamily="34" charset="0"/>
              </a:rPr>
              <a:t>make extraordinary happen</a:t>
            </a:r>
          </a:p>
        </p:txBody>
      </p:sp>
      <p:pic>
        <p:nvPicPr>
          <p:cNvPr id="5" name="Picture 4">
            <a:extLst>
              <a:ext uri="{FF2B5EF4-FFF2-40B4-BE49-F238E27FC236}">
                <a16:creationId xmlns:a16="http://schemas.microsoft.com/office/drawing/2014/main" id="{CA6CDB11-B116-5741-BB61-314259054211}"/>
              </a:ext>
            </a:extLst>
          </p:cNvPr>
          <p:cNvPicPr>
            <a:picLocks noChangeAspect="1"/>
          </p:cNvPicPr>
          <p:nvPr userDrawn="1"/>
        </p:nvPicPr>
        <p:blipFill>
          <a:blip r:embed="rId3"/>
          <a:stretch>
            <a:fillRect/>
          </a:stretch>
        </p:blipFill>
        <p:spPr>
          <a:xfrm>
            <a:off x="1794333" y="3167390"/>
            <a:ext cx="2354492" cy="523220"/>
          </a:xfrm>
          <a:prstGeom prst="rect">
            <a:avLst/>
          </a:prstGeom>
        </p:spPr>
      </p:pic>
    </p:spTree>
    <p:extLst>
      <p:ext uri="{BB962C8B-B14F-4D97-AF65-F5344CB8AC3E}">
        <p14:creationId xmlns:p14="http://schemas.microsoft.com/office/powerpoint/2010/main" val="2105656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B6BEEA-F7B1-C0DA-5A35-933A6632A2E8}"/>
              </a:ext>
            </a:extLst>
          </p:cNvPr>
          <p:cNvSpPr>
            <a:spLocks noGrp="1"/>
          </p:cNvSpPr>
          <p:nvPr>
            <p:ph type="dt" sz="half" idx="10"/>
          </p:nvPr>
        </p:nvSpPr>
        <p:spPr/>
        <p:txBody>
          <a:bodyPr/>
          <a:lstStyle/>
          <a:p>
            <a:fld id="{E39E47D6-AABE-4439-B42D-75012EE4E43A}" type="datetimeFigureOut">
              <a:rPr lang="en-SG" smtClean="0"/>
              <a:t>14/5/2024</a:t>
            </a:fld>
            <a:endParaRPr lang="en-SG"/>
          </a:p>
        </p:txBody>
      </p:sp>
      <p:sp>
        <p:nvSpPr>
          <p:cNvPr id="3" name="Footer Placeholder 2">
            <a:extLst>
              <a:ext uri="{FF2B5EF4-FFF2-40B4-BE49-F238E27FC236}">
                <a16:creationId xmlns:a16="http://schemas.microsoft.com/office/drawing/2014/main" id="{761E7500-D4F6-2BDF-7F8A-E7B4284D2872}"/>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9132179C-2242-A0B3-E890-80DE7E28BAF8}"/>
              </a:ext>
            </a:extLst>
          </p:cNvPr>
          <p:cNvSpPr>
            <a:spLocks noGrp="1"/>
          </p:cNvSpPr>
          <p:nvPr>
            <p:ph type="sldNum" sz="quarter" idx="12"/>
          </p:nvPr>
        </p:nvSpPr>
        <p:spPr/>
        <p:txBody>
          <a:bodyPr/>
          <a:lstStyle/>
          <a:p>
            <a:fld id="{5C7113F9-7186-44B6-8A57-DA16DF0CFB9A}" type="slidenum">
              <a:rPr lang="en-SG" smtClean="0"/>
              <a:t>‹#›</a:t>
            </a:fld>
            <a:endParaRPr lang="en-SG"/>
          </a:p>
        </p:txBody>
      </p:sp>
    </p:spTree>
    <p:extLst>
      <p:ext uri="{BB962C8B-B14F-4D97-AF65-F5344CB8AC3E}">
        <p14:creationId xmlns:p14="http://schemas.microsoft.com/office/powerpoint/2010/main" val="3408588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content_white_1col">
    <p:spTree>
      <p:nvGrpSpPr>
        <p:cNvPr id="1" name=""/>
        <p:cNvGrpSpPr/>
        <p:nvPr/>
      </p:nvGrpSpPr>
      <p:grpSpPr>
        <a:xfrm>
          <a:off x="0" y="0"/>
          <a:ext cx="0" cy="0"/>
          <a:chOff x="0" y="0"/>
          <a:chExt cx="0" cy="0"/>
        </a:xfrm>
      </p:grpSpPr>
      <p:cxnSp>
        <p:nvCxnSpPr>
          <p:cNvPr id="5" name="Google Shape;65;p14">
            <a:extLst>
              <a:ext uri="{FF2B5EF4-FFF2-40B4-BE49-F238E27FC236}">
                <a16:creationId xmlns:a16="http://schemas.microsoft.com/office/drawing/2014/main" id="{1C1D95C1-CEC0-CF4B-9829-9645F462EDE5}"/>
              </a:ext>
            </a:extLst>
          </p:cNvPr>
          <p:cNvCxnSpPr>
            <a:cxnSpLocks/>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6" name="TextBox 5">
            <a:extLst>
              <a:ext uri="{FF2B5EF4-FFF2-40B4-BE49-F238E27FC236}">
                <a16:creationId xmlns:a16="http://schemas.microsoft.com/office/drawing/2014/main" id="{9C2A5802-9196-624E-B48B-D705619C8B8E}"/>
              </a:ext>
            </a:extLst>
          </p:cNvPr>
          <p:cNvSpPr txBox="1"/>
          <p:nvPr userDrawn="1"/>
        </p:nvSpPr>
        <p:spPr>
          <a:xfrm>
            <a:off x="10143919" y="6461919"/>
            <a:ext cx="1819218" cy="184666"/>
          </a:xfrm>
          <a:prstGeom prst="rect">
            <a:avLst/>
          </a:prstGeom>
          <a:noFill/>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0" name="Straight Connector 9">
            <a:extLst>
              <a:ext uri="{FF2B5EF4-FFF2-40B4-BE49-F238E27FC236}">
                <a16:creationId xmlns:a16="http://schemas.microsoft.com/office/drawing/2014/main" id="{A43736BB-224E-C548-8E6C-869D7E7C4A3E}"/>
              </a:ext>
            </a:extLst>
          </p:cNvPr>
          <p:cNvCxnSpPr>
            <a:cxnSpLocks/>
          </p:cNvCxnSpPr>
          <p:nvPr userDrawn="1"/>
        </p:nvCxnSpPr>
        <p:spPr>
          <a:xfrm>
            <a:off x="1076460" y="6461919"/>
            <a:ext cx="0" cy="247106"/>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itle 16">
            <a:extLst>
              <a:ext uri="{FF2B5EF4-FFF2-40B4-BE49-F238E27FC236}">
                <a16:creationId xmlns:a16="http://schemas.microsoft.com/office/drawing/2014/main" id="{5BC7D9C2-49FA-0E4D-9186-465CF3FE8DED}"/>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tx2"/>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9" name="Google Shape;64;p14">
            <a:extLst>
              <a:ext uri="{FF2B5EF4-FFF2-40B4-BE49-F238E27FC236}">
                <a16:creationId xmlns:a16="http://schemas.microsoft.com/office/drawing/2014/main" id="{3201CDD0-87C8-BE4A-9ED4-4FB67B795C8B}"/>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2022. All Rights Reserved. The content of this presentation is proprietary and confidential information of NCS. It is not intended to be distributed without the written consent of NCS.</a:t>
            </a:r>
          </a:p>
        </p:txBody>
      </p:sp>
      <p:pic>
        <p:nvPicPr>
          <p:cNvPr id="8" name="Graphic 7">
            <a:extLst>
              <a:ext uri="{FF2B5EF4-FFF2-40B4-BE49-F238E27FC236}">
                <a16:creationId xmlns:a16="http://schemas.microsoft.com/office/drawing/2014/main" id="{A66B3FEC-C248-3C41-830B-3727C2F4F3D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42174" y="6454776"/>
            <a:ext cx="780176" cy="285750"/>
          </a:xfrm>
          <a:prstGeom prst="rect">
            <a:avLst/>
          </a:prstGeom>
        </p:spPr>
      </p:pic>
    </p:spTree>
    <p:extLst>
      <p:ext uri="{BB962C8B-B14F-4D97-AF65-F5344CB8AC3E}">
        <p14:creationId xmlns:p14="http://schemas.microsoft.com/office/powerpoint/2010/main" val="2732749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0_content_white_1col">
    <p:spTree>
      <p:nvGrpSpPr>
        <p:cNvPr id="1" name=""/>
        <p:cNvGrpSpPr/>
        <p:nvPr/>
      </p:nvGrpSpPr>
      <p:grpSpPr>
        <a:xfrm>
          <a:off x="0" y="0"/>
          <a:ext cx="0" cy="0"/>
          <a:chOff x="0" y="0"/>
          <a:chExt cx="0" cy="0"/>
        </a:xfrm>
      </p:grpSpPr>
      <p:cxnSp>
        <p:nvCxnSpPr>
          <p:cNvPr id="5" name="Google Shape;65;p14">
            <a:extLst>
              <a:ext uri="{FF2B5EF4-FFF2-40B4-BE49-F238E27FC236}">
                <a16:creationId xmlns:a16="http://schemas.microsoft.com/office/drawing/2014/main" id="{1C1D95C1-CEC0-CF4B-9829-9645F462EDE5}"/>
              </a:ext>
            </a:extLst>
          </p:cNvPr>
          <p:cNvCxnSpPr>
            <a:cxnSpLocks/>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6" name="TextBox 5">
            <a:extLst>
              <a:ext uri="{FF2B5EF4-FFF2-40B4-BE49-F238E27FC236}">
                <a16:creationId xmlns:a16="http://schemas.microsoft.com/office/drawing/2014/main" id="{9C2A5802-9196-624E-B48B-D705619C8B8E}"/>
              </a:ext>
            </a:extLst>
          </p:cNvPr>
          <p:cNvSpPr txBox="1"/>
          <p:nvPr userDrawn="1"/>
        </p:nvSpPr>
        <p:spPr>
          <a:xfrm>
            <a:off x="10143919" y="6461919"/>
            <a:ext cx="1819218" cy="184666"/>
          </a:xfrm>
          <a:prstGeom prst="rect">
            <a:avLst/>
          </a:prstGeom>
          <a:noFill/>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0" name="Straight Connector 9">
            <a:extLst>
              <a:ext uri="{FF2B5EF4-FFF2-40B4-BE49-F238E27FC236}">
                <a16:creationId xmlns:a16="http://schemas.microsoft.com/office/drawing/2014/main" id="{A43736BB-224E-C548-8E6C-869D7E7C4A3E}"/>
              </a:ext>
            </a:extLst>
          </p:cNvPr>
          <p:cNvCxnSpPr>
            <a:cxnSpLocks/>
          </p:cNvCxnSpPr>
          <p:nvPr userDrawn="1"/>
        </p:nvCxnSpPr>
        <p:spPr>
          <a:xfrm>
            <a:off x="1076460" y="6461919"/>
            <a:ext cx="0" cy="247106"/>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3201CDD0-87C8-BE4A-9ED4-4FB67B795C8B}"/>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2024. All Rights Reserved. The content of this presentation is proprietary and confidential information of NCS. It is not intended to be distributed without the written consent of NCS.</a:t>
            </a:r>
          </a:p>
        </p:txBody>
      </p:sp>
      <p:pic>
        <p:nvPicPr>
          <p:cNvPr id="8" name="Graphic 7">
            <a:extLst>
              <a:ext uri="{FF2B5EF4-FFF2-40B4-BE49-F238E27FC236}">
                <a16:creationId xmlns:a16="http://schemas.microsoft.com/office/drawing/2014/main" id="{A66B3FEC-C248-3C41-830B-3727C2F4F3D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242174" y="6454776"/>
            <a:ext cx="780176" cy="285750"/>
          </a:xfrm>
          <a:prstGeom prst="rect">
            <a:avLst/>
          </a:prstGeom>
        </p:spPr>
      </p:pic>
      <p:sp>
        <p:nvSpPr>
          <p:cNvPr id="11" name="Title 1">
            <a:extLst>
              <a:ext uri="{FF2B5EF4-FFF2-40B4-BE49-F238E27FC236}">
                <a16:creationId xmlns:a16="http://schemas.microsoft.com/office/drawing/2014/main" id="{3371B25F-3FA4-4957-A3A3-4A352D378964}"/>
              </a:ext>
            </a:extLst>
          </p:cNvPr>
          <p:cNvSpPr>
            <a:spLocks noGrp="1"/>
          </p:cNvSpPr>
          <p:nvPr>
            <p:ph type="title" hasCustomPrompt="1"/>
          </p:nvPr>
        </p:nvSpPr>
        <p:spPr>
          <a:xfrm>
            <a:off x="601883" y="365126"/>
            <a:ext cx="10307782" cy="400906"/>
          </a:xfrm>
          <a:prstGeom prst="rect">
            <a:avLst/>
          </a:prstGeom>
        </p:spPr>
        <p:txBody>
          <a:bodyPr/>
          <a:lstStyle>
            <a:lvl1pPr>
              <a:defRPr lang="en-US" sz="2400" b="1" dirty="0">
                <a:solidFill>
                  <a:schemeClr val="tx2"/>
                </a:solidFill>
                <a:latin typeface="Ubuntu" panose="020B0504030602030204" pitchFamily="34" charset="0"/>
              </a:defRPr>
            </a:lvl1pPr>
          </a:lstStyle>
          <a:p>
            <a:pPr lvl="0"/>
            <a:r>
              <a:rPr lang="en-GB"/>
              <a:t>Slide title goes here lorem ipsum</a:t>
            </a:r>
            <a:br>
              <a:rPr lang="en-GB"/>
            </a:br>
            <a:r>
              <a:rPr lang="en-GB"/>
              <a:t>    </a:t>
            </a:r>
            <a:endParaRPr lang="en-US">
              <a:solidFill>
                <a:srgbClr val="00A7E1"/>
              </a:solidFill>
            </a:endParaRPr>
          </a:p>
        </p:txBody>
      </p:sp>
      <p:sp>
        <p:nvSpPr>
          <p:cNvPr id="12" name="Text Placeholder 33">
            <a:extLst>
              <a:ext uri="{FF2B5EF4-FFF2-40B4-BE49-F238E27FC236}">
                <a16:creationId xmlns:a16="http://schemas.microsoft.com/office/drawing/2014/main" id="{0FD1DB6D-3327-42FE-ADA8-245800E2D9E8}"/>
              </a:ext>
            </a:extLst>
          </p:cNvPr>
          <p:cNvSpPr>
            <a:spLocks noGrp="1"/>
          </p:cNvSpPr>
          <p:nvPr>
            <p:ph type="body" sz="quarter" idx="16" hasCustomPrompt="1"/>
          </p:nvPr>
        </p:nvSpPr>
        <p:spPr>
          <a:xfrm>
            <a:off x="601883" y="747560"/>
            <a:ext cx="10307782" cy="393600"/>
          </a:xfrm>
          <a:prstGeom prst="rect">
            <a:avLst/>
          </a:prstGeom>
        </p:spPr>
        <p:txBody>
          <a:bodyPr/>
          <a:lstStyle>
            <a:lvl1pPr marL="0" indent="0">
              <a:buFontTx/>
              <a:buNone/>
              <a:defRPr sz="2000">
                <a:solidFill>
                  <a:srgbClr val="00B0F0"/>
                </a:solidFill>
                <a:latin typeface="Ubuntu" panose="020B050403060203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Subtitle Here</a:t>
            </a:r>
          </a:p>
        </p:txBody>
      </p:sp>
    </p:spTree>
    <p:extLst>
      <p:ext uri="{BB962C8B-B14F-4D97-AF65-F5344CB8AC3E}">
        <p14:creationId xmlns:p14="http://schemas.microsoft.com/office/powerpoint/2010/main" val="864404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bg>
      <p:bgRef idx="1001">
        <a:schemeClr val="bg1"/>
      </p:bgRef>
    </p:bg>
    <p:spTree>
      <p:nvGrpSpPr>
        <p:cNvPr id="1" name=""/>
        <p:cNvGrpSpPr/>
        <p:nvPr/>
      </p:nvGrpSpPr>
      <p:grpSpPr>
        <a:xfrm>
          <a:off x="0" y="0"/>
          <a:ext cx="0" cy="0"/>
          <a:chOff x="0" y="0"/>
          <a:chExt cx="0" cy="0"/>
        </a:xfrm>
      </p:grpSpPr>
      <p:sp>
        <p:nvSpPr>
          <p:cNvPr id="5" name="TextBox 7">
            <a:extLst>
              <a:ext uri="{FF2B5EF4-FFF2-40B4-BE49-F238E27FC236}">
                <a16:creationId xmlns:a16="http://schemas.microsoft.com/office/drawing/2014/main" id="{4D9793B8-CAEB-4F2C-9E66-36E09479FA22}"/>
              </a:ext>
            </a:extLst>
          </p:cNvPr>
          <p:cNvSpPr txBox="1"/>
          <p:nvPr userDrawn="1"/>
        </p:nvSpPr>
        <p:spPr>
          <a:xfrm>
            <a:off x="305" y="6642556"/>
            <a:ext cx="12191390" cy="21544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SG" sz="800" noProof="0"/>
              <a:t>Copyright © 2021, NCS Pte. Ltd. All rights reserved.</a:t>
            </a:r>
          </a:p>
        </p:txBody>
      </p:sp>
      <p:grpSp>
        <p:nvGrpSpPr>
          <p:cNvPr id="6" name="Group 5">
            <a:extLst>
              <a:ext uri="{FF2B5EF4-FFF2-40B4-BE49-F238E27FC236}">
                <a16:creationId xmlns:a16="http://schemas.microsoft.com/office/drawing/2014/main" id="{840717D9-F43A-4121-9E6B-C5A9D57B9473}"/>
              </a:ext>
            </a:extLst>
          </p:cNvPr>
          <p:cNvGrpSpPr/>
          <p:nvPr userDrawn="1"/>
        </p:nvGrpSpPr>
        <p:grpSpPr>
          <a:xfrm>
            <a:off x="10981336" y="282406"/>
            <a:ext cx="936459" cy="322975"/>
            <a:chOff x="4305449" y="-79513"/>
            <a:chExt cx="3035217" cy="1046814"/>
          </a:xfrm>
        </p:grpSpPr>
        <p:grpSp>
          <p:nvGrpSpPr>
            <p:cNvPr id="7" name="Group 6">
              <a:extLst>
                <a:ext uri="{FF2B5EF4-FFF2-40B4-BE49-F238E27FC236}">
                  <a16:creationId xmlns:a16="http://schemas.microsoft.com/office/drawing/2014/main" id="{3CA895BA-9EEE-4CBF-8FD8-834B5980296C}"/>
                </a:ext>
              </a:extLst>
            </p:cNvPr>
            <p:cNvGrpSpPr/>
            <p:nvPr userDrawn="1"/>
          </p:nvGrpSpPr>
          <p:grpSpPr>
            <a:xfrm>
              <a:off x="4305449" y="-79513"/>
              <a:ext cx="3035217" cy="800931"/>
              <a:chOff x="4305449" y="-79513"/>
              <a:chExt cx="3035217" cy="800931"/>
            </a:xfrm>
            <a:solidFill>
              <a:srgbClr val="006772"/>
            </a:solidFill>
          </p:grpSpPr>
          <p:grpSp>
            <p:nvGrpSpPr>
              <p:cNvPr id="24" name="Group 23">
                <a:extLst>
                  <a:ext uri="{FF2B5EF4-FFF2-40B4-BE49-F238E27FC236}">
                    <a16:creationId xmlns:a16="http://schemas.microsoft.com/office/drawing/2014/main" id="{8D255B8B-F355-406F-8D93-C41D0C282B19}"/>
                  </a:ext>
                </a:extLst>
              </p:cNvPr>
              <p:cNvGrpSpPr/>
              <p:nvPr userDrawn="1"/>
            </p:nvGrpSpPr>
            <p:grpSpPr>
              <a:xfrm>
                <a:off x="4305449" y="-79513"/>
                <a:ext cx="3035217" cy="800931"/>
                <a:chOff x="17228" y="-4174521"/>
                <a:chExt cx="12103952" cy="3193981"/>
              </a:xfrm>
              <a:grpFill/>
            </p:grpSpPr>
            <p:sp>
              <p:nvSpPr>
                <p:cNvPr id="26" name="Freeform 21">
                  <a:extLst>
                    <a:ext uri="{FF2B5EF4-FFF2-40B4-BE49-F238E27FC236}">
                      <a16:creationId xmlns:a16="http://schemas.microsoft.com/office/drawing/2014/main" id="{B9A5C684-64D2-4CE1-AF1B-B5130F020231}"/>
                    </a:ext>
                  </a:extLst>
                </p:cNvPr>
                <p:cNvSpPr/>
                <p:nvPr userDrawn="1"/>
              </p:nvSpPr>
              <p:spPr>
                <a:xfrm>
                  <a:off x="3960796" y="-3886061"/>
                  <a:ext cx="8160384" cy="2652991"/>
                </a:xfrm>
                <a:custGeom>
                  <a:avLst/>
                  <a:gdLst>
                    <a:gd name="connsiteX0" fmla="*/ 1653565 w 8160383"/>
                    <a:gd name="connsiteY0" fmla="*/ 13759 h 2652992"/>
                    <a:gd name="connsiteX1" fmla="*/ 2599361 w 8160383"/>
                    <a:gd name="connsiteY1" fmla="*/ 869900 h 2652992"/>
                    <a:gd name="connsiteX2" fmla="*/ 2599361 w 8160383"/>
                    <a:gd name="connsiteY2" fmla="*/ 2610749 h 2652992"/>
                    <a:gd name="connsiteX3" fmla="*/ 1633591 w 8160383"/>
                    <a:gd name="connsiteY3" fmla="*/ 2610749 h 2652992"/>
                    <a:gd name="connsiteX4" fmla="*/ 1633591 w 8160383"/>
                    <a:gd name="connsiteY4" fmla="*/ 1280866 h 2652992"/>
                    <a:gd name="connsiteX5" fmla="*/ 965770 w 8160383"/>
                    <a:gd name="connsiteY5" fmla="*/ 1280866 h 2652992"/>
                    <a:gd name="connsiteX6" fmla="*/ 965770 w 8160383"/>
                    <a:gd name="connsiteY6" fmla="*/ 2610750 h 2652992"/>
                    <a:gd name="connsiteX7" fmla="*/ 0 w 8160383"/>
                    <a:gd name="connsiteY7" fmla="*/ 2610750 h 2652992"/>
                    <a:gd name="connsiteX8" fmla="*/ 0 w 8160383"/>
                    <a:gd name="connsiteY8" fmla="*/ 37568 h 2652992"/>
                    <a:gd name="connsiteX9" fmla="*/ 965770 w 8160383"/>
                    <a:gd name="connsiteY9" fmla="*/ 37568 h 2652992"/>
                    <a:gd name="connsiteX10" fmla="*/ 965770 w 8160383"/>
                    <a:gd name="connsiteY10" fmla="*/ 561675 h 2652992"/>
                    <a:gd name="connsiteX11" fmla="*/ 1653565 w 8160383"/>
                    <a:gd name="connsiteY11" fmla="*/ 13759 h 2652992"/>
                    <a:gd name="connsiteX12" fmla="*/ 6841206 w 8160383"/>
                    <a:gd name="connsiteY12" fmla="*/ 176 h 2652992"/>
                    <a:gd name="connsiteX13" fmla="*/ 8070629 w 8160383"/>
                    <a:gd name="connsiteY13" fmla="*/ 806236 h 2652992"/>
                    <a:gd name="connsiteX14" fmla="*/ 7183617 w 8160383"/>
                    <a:gd name="connsiteY14" fmla="*/ 807828 h 2652992"/>
                    <a:gd name="connsiteX15" fmla="*/ 6805700 w 8160383"/>
                    <a:gd name="connsiteY15" fmla="*/ 563077 h 2652992"/>
                    <a:gd name="connsiteX16" fmla="*/ 6767460 w 8160383"/>
                    <a:gd name="connsiteY16" fmla="*/ 891261 h 2652992"/>
                    <a:gd name="connsiteX17" fmla="*/ 8158218 w 8160383"/>
                    <a:gd name="connsiteY17" fmla="*/ 1745402 h 2652992"/>
                    <a:gd name="connsiteX18" fmla="*/ 7061163 w 8160383"/>
                    <a:gd name="connsiteY18" fmla="*/ 2652823 h 2652992"/>
                    <a:gd name="connsiteX19" fmla="*/ 5653484 w 8160383"/>
                    <a:gd name="connsiteY19" fmla="*/ 1759978 h 2652992"/>
                    <a:gd name="connsiteX20" fmla="*/ 6524332 w 8160383"/>
                    <a:gd name="connsiteY20" fmla="*/ 1759978 h 2652992"/>
                    <a:gd name="connsiteX21" fmla="*/ 6981879 w 8160383"/>
                    <a:gd name="connsiteY21" fmla="*/ 2042352 h 2652992"/>
                    <a:gd name="connsiteX22" fmla="*/ 7193959 w 8160383"/>
                    <a:gd name="connsiteY22" fmla="*/ 1799971 h 2652992"/>
                    <a:gd name="connsiteX23" fmla="*/ 5885307 w 8160383"/>
                    <a:gd name="connsiteY23" fmla="*/ 1299445 h 2652992"/>
                    <a:gd name="connsiteX24" fmla="*/ 5676997 w 8160383"/>
                    <a:gd name="connsiteY24" fmla="*/ 769772 h 2652992"/>
                    <a:gd name="connsiteX25" fmla="*/ 6841206 w 8160383"/>
                    <a:gd name="connsiteY25" fmla="*/ 176 h 2652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60383" h="2652992">
                      <a:moveTo>
                        <a:pt x="1653565" y="13759"/>
                      </a:moveTo>
                      <a:cubicBezTo>
                        <a:pt x="2101587" y="-15639"/>
                        <a:pt x="2602364" y="241242"/>
                        <a:pt x="2599361" y="869900"/>
                      </a:cubicBezTo>
                      <a:lnTo>
                        <a:pt x="2599361" y="2610749"/>
                      </a:lnTo>
                      <a:lnTo>
                        <a:pt x="1633591" y="2610749"/>
                      </a:lnTo>
                      <a:lnTo>
                        <a:pt x="1633591" y="1280866"/>
                      </a:lnTo>
                      <a:cubicBezTo>
                        <a:pt x="1635101" y="509902"/>
                        <a:pt x="964260" y="707125"/>
                        <a:pt x="965770" y="1280866"/>
                      </a:cubicBezTo>
                      <a:lnTo>
                        <a:pt x="965770" y="2610750"/>
                      </a:lnTo>
                      <a:lnTo>
                        <a:pt x="0" y="2610750"/>
                      </a:lnTo>
                      <a:lnTo>
                        <a:pt x="0" y="37568"/>
                      </a:lnTo>
                      <a:lnTo>
                        <a:pt x="965770" y="37568"/>
                      </a:lnTo>
                      <a:lnTo>
                        <a:pt x="965770" y="561675"/>
                      </a:lnTo>
                      <a:cubicBezTo>
                        <a:pt x="988553" y="232672"/>
                        <a:pt x="1305103" y="36625"/>
                        <a:pt x="1653565" y="13759"/>
                      </a:cubicBezTo>
                      <a:close/>
                      <a:moveTo>
                        <a:pt x="6841206" y="176"/>
                      </a:moveTo>
                      <a:cubicBezTo>
                        <a:pt x="7439410" y="-7655"/>
                        <a:pt x="8048483" y="247124"/>
                        <a:pt x="8070629" y="806236"/>
                      </a:cubicBezTo>
                      <a:lnTo>
                        <a:pt x="7183617" y="807828"/>
                      </a:lnTo>
                      <a:cubicBezTo>
                        <a:pt x="7104159" y="549454"/>
                        <a:pt x="6897080" y="564971"/>
                        <a:pt x="6805700" y="563077"/>
                      </a:cubicBezTo>
                      <a:cubicBezTo>
                        <a:pt x="6679041" y="560452"/>
                        <a:pt x="6493930" y="782209"/>
                        <a:pt x="6767460" y="891261"/>
                      </a:cubicBezTo>
                      <a:cubicBezTo>
                        <a:pt x="7358080" y="1037585"/>
                        <a:pt x="8110665" y="998581"/>
                        <a:pt x="8158218" y="1745402"/>
                      </a:cubicBezTo>
                      <a:cubicBezTo>
                        <a:pt x="8205131" y="2482166"/>
                        <a:pt x="7478619" y="2650394"/>
                        <a:pt x="7061163" y="2652823"/>
                      </a:cubicBezTo>
                      <a:cubicBezTo>
                        <a:pt x="6643707" y="2655252"/>
                        <a:pt x="5734541" y="2643670"/>
                        <a:pt x="5653484" y="1759978"/>
                      </a:cubicBezTo>
                      <a:lnTo>
                        <a:pt x="6524332" y="1759978"/>
                      </a:lnTo>
                      <a:cubicBezTo>
                        <a:pt x="6535896" y="1812580"/>
                        <a:pt x="6583339" y="2060931"/>
                        <a:pt x="6981879" y="2042352"/>
                      </a:cubicBezTo>
                      <a:cubicBezTo>
                        <a:pt x="7148473" y="2032694"/>
                        <a:pt x="7188597" y="1971983"/>
                        <a:pt x="7193959" y="1799971"/>
                      </a:cubicBezTo>
                      <a:cubicBezTo>
                        <a:pt x="7127954" y="1574433"/>
                        <a:pt x="6361347" y="1730241"/>
                        <a:pt x="5885307" y="1299445"/>
                      </a:cubicBezTo>
                      <a:cubicBezTo>
                        <a:pt x="5783945" y="1175428"/>
                        <a:pt x="5685829" y="1070756"/>
                        <a:pt x="5676997" y="769772"/>
                      </a:cubicBezTo>
                      <a:cubicBezTo>
                        <a:pt x="5655668" y="278446"/>
                        <a:pt x="6243003" y="8006"/>
                        <a:pt x="6841206" y="17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SG" sz="1800"/>
                </a:p>
              </p:txBody>
            </p:sp>
            <p:sp>
              <p:nvSpPr>
                <p:cNvPr id="27" name="Freeform 22">
                  <a:extLst>
                    <a:ext uri="{FF2B5EF4-FFF2-40B4-BE49-F238E27FC236}">
                      <a16:creationId xmlns:a16="http://schemas.microsoft.com/office/drawing/2014/main" id="{79E888AA-4ABB-4FBE-A7A2-8518BA54C5A9}"/>
                    </a:ext>
                  </a:extLst>
                </p:cNvPr>
                <p:cNvSpPr/>
                <p:nvPr userDrawn="1"/>
              </p:nvSpPr>
              <p:spPr>
                <a:xfrm>
                  <a:off x="17228" y="-4174521"/>
                  <a:ext cx="3182613" cy="3193981"/>
                </a:xfrm>
                <a:custGeom>
                  <a:avLst/>
                  <a:gdLst>
                    <a:gd name="connsiteX0" fmla="*/ 2808645 w 3182612"/>
                    <a:gd name="connsiteY0" fmla="*/ 60445 h 3193981"/>
                    <a:gd name="connsiteX1" fmla="*/ 3041220 w 3182612"/>
                    <a:gd name="connsiteY1" fmla="*/ 189932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0" fmla="*/ 2808645 w 3182612"/>
                    <a:gd name="connsiteY0" fmla="*/ 60445 h 3193981"/>
                    <a:gd name="connsiteX1" fmla="*/ 3041220 w 3182612"/>
                    <a:gd name="connsiteY1" fmla="*/ 189932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1220 w 3182612"/>
                    <a:gd name="connsiteY1" fmla="*/ 189932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1220 w 3182612"/>
                    <a:gd name="connsiteY1" fmla="*/ 189932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1220 w 3182612"/>
                    <a:gd name="connsiteY1" fmla="*/ 189932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3975 w 3182612"/>
                    <a:gd name="connsiteY1" fmla="*/ 225737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3975 w 3182612"/>
                    <a:gd name="connsiteY1" fmla="*/ 225737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3975 w 3182612"/>
                    <a:gd name="connsiteY1" fmla="*/ 225737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3975 w 3182612"/>
                    <a:gd name="connsiteY1" fmla="*/ 225737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3975 w 3182612"/>
                    <a:gd name="connsiteY1" fmla="*/ 225737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3975 w 3182612"/>
                    <a:gd name="connsiteY1" fmla="*/ 225737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3975 w 3182612"/>
                    <a:gd name="connsiteY1" fmla="*/ 225737 h 3193981"/>
                    <a:gd name="connsiteX2" fmla="*/ 2801427 w 3182612"/>
                    <a:gd name="connsiteY2" fmla="*/ 429725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3975 w 3182612"/>
                    <a:gd name="connsiteY1" fmla="*/ 225737 h 3193981"/>
                    <a:gd name="connsiteX2" fmla="*/ 2793164 w 3182612"/>
                    <a:gd name="connsiteY2" fmla="*/ 413200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3975 w 3182612"/>
                    <a:gd name="connsiteY1" fmla="*/ 225737 h 3193981"/>
                    <a:gd name="connsiteX2" fmla="*/ 2793164 w 3182612"/>
                    <a:gd name="connsiteY2" fmla="*/ 413200 h 3193981"/>
                    <a:gd name="connsiteX3" fmla="*/ 3041220 w 3182612"/>
                    <a:gd name="connsiteY3" fmla="*/ 669518 h 3193981"/>
                    <a:gd name="connsiteX4" fmla="*/ 3134558 w 3182612"/>
                    <a:gd name="connsiteY4" fmla="*/ 650674 h 3193981"/>
                    <a:gd name="connsiteX5" fmla="*/ 3182612 w 3182612"/>
                    <a:gd name="connsiteY5" fmla="*/ 618275 h 3193981"/>
                    <a:gd name="connsiteX6" fmla="*/ 3182612 w 3182612"/>
                    <a:gd name="connsiteY6" fmla="*/ 3193981 h 3193981"/>
                    <a:gd name="connsiteX7" fmla="*/ 582846 w 3182612"/>
                    <a:gd name="connsiteY7" fmla="*/ 3193981 h 3193981"/>
                    <a:gd name="connsiteX8" fmla="*/ 2808645 w 3182612"/>
                    <a:gd name="connsiteY8" fmla="*/ 60445 h 3193981"/>
                    <a:gd name="connsiteX9" fmla="*/ 0 w 3182612"/>
                    <a:gd name="connsiteY9" fmla="*/ 0 h 3193981"/>
                    <a:gd name="connsiteX10" fmla="*/ 2536896 w 3182612"/>
                    <a:gd name="connsiteY10" fmla="*/ 0 h 3193981"/>
                    <a:gd name="connsiteX11" fmla="*/ 177523 w 3182612"/>
                    <a:gd name="connsiteY11" fmla="*/ 3018007 h 3193981"/>
                    <a:gd name="connsiteX12" fmla="*/ 99978 w 3182612"/>
                    <a:gd name="connsiteY12" fmla="*/ 2963230 h 3193981"/>
                    <a:gd name="connsiteX13" fmla="*/ 99978 w 3182612"/>
                    <a:gd name="connsiteY13" fmla="*/ 2959228 h 3193981"/>
                    <a:gd name="connsiteX14" fmla="*/ 131118 w 3182612"/>
                    <a:gd name="connsiteY14" fmla="*/ 2962367 h 3193981"/>
                    <a:gd name="connsiteX15" fmla="*/ 370911 w 3182612"/>
                    <a:gd name="connsiteY15" fmla="*/ 2722574 h 3193981"/>
                    <a:gd name="connsiteX16" fmla="*/ 131118 w 3182612"/>
                    <a:gd name="connsiteY16" fmla="*/ 2482781 h 3193981"/>
                    <a:gd name="connsiteX17" fmla="*/ 37780 w 3182612"/>
                    <a:gd name="connsiteY17" fmla="*/ 2501625 h 3193981"/>
                    <a:gd name="connsiteX18" fmla="*/ 0 w 3182612"/>
                    <a:gd name="connsiteY18" fmla="*/ 2527097 h 3193981"/>
                    <a:gd name="connsiteX19" fmla="*/ 0 w 3182612"/>
                    <a:gd name="connsiteY19" fmla="*/ 0 h 3193981"/>
                    <a:gd name="connsiteX0" fmla="*/ 2808645 w 3182612"/>
                    <a:gd name="connsiteY0" fmla="*/ 60445 h 3193981"/>
                    <a:gd name="connsiteX1" fmla="*/ 3043975 w 3182612"/>
                    <a:gd name="connsiteY1" fmla="*/ 225737 h 3193981"/>
                    <a:gd name="connsiteX2" fmla="*/ 2793164 w 3182612"/>
                    <a:gd name="connsiteY2" fmla="*/ 413200 h 3193981"/>
                    <a:gd name="connsiteX3" fmla="*/ 3134558 w 3182612"/>
                    <a:gd name="connsiteY3" fmla="*/ 650674 h 3193981"/>
                    <a:gd name="connsiteX4" fmla="*/ 3182612 w 3182612"/>
                    <a:gd name="connsiteY4" fmla="*/ 618275 h 3193981"/>
                    <a:gd name="connsiteX5" fmla="*/ 3182612 w 3182612"/>
                    <a:gd name="connsiteY5" fmla="*/ 3193981 h 3193981"/>
                    <a:gd name="connsiteX6" fmla="*/ 582846 w 3182612"/>
                    <a:gd name="connsiteY6" fmla="*/ 3193981 h 3193981"/>
                    <a:gd name="connsiteX7" fmla="*/ 2808645 w 3182612"/>
                    <a:gd name="connsiteY7" fmla="*/ 60445 h 3193981"/>
                    <a:gd name="connsiteX8" fmla="*/ 0 w 3182612"/>
                    <a:gd name="connsiteY8" fmla="*/ 0 h 3193981"/>
                    <a:gd name="connsiteX9" fmla="*/ 2536896 w 3182612"/>
                    <a:gd name="connsiteY9" fmla="*/ 0 h 3193981"/>
                    <a:gd name="connsiteX10" fmla="*/ 177523 w 3182612"/>
                    <a:gd name="connsiteY10" fmla="*/ 3018007 h 3193981"/>
                    <a:gd name="connsiteX11" fmla="*/ 99978 w 3182612"/>
                    <a:gd name="connsiteY11" fmla="*/ 2963230 h 3193981"/>
                    <a:gd name="connsiteX12" fmla="*/ 99978 w 3182612"/>
                    <a:gd name="connsiteY12" fmla="*/ 2959228 h 3193981"/>
                    <a:gd name="connsiteX13" fmla="*/ 131118 w 3182612"/>
                    <a:gd name="connsiteY13" fmla="*/ 2962367 h 3193981"/>
                    <a:gd name="connsiteX14" fmla="*/ 370911 w 3182612"/>
                    <a:gd name="connsiteY14" fmla="*/ 2722574 h 3193981"/>
                    <a:gd name="connsiteX15" fmla="*/ 131118 w 3182612"/>
                    <a:gd name="connsiteY15" fmla="*/ 2482781 h 3193981"/>
                    <a:gd name="connsiteX16" fmla="*/ 37780 w 3182612"/>
                    <a:gd name="connsiteY16" fmla="*/ 2501625 h 3193981"/>
                    <a:gd name="connsiteX17" fmla="*/ 0 w 3182612"/>
                    <a:gd name="connsiteY17" fmla="*/ 2527097 h 3193981"/>
                    <a:gd name="connsiteX18" fmla="*/ 0 w 3182612"/>
                    <a:gd name="connsiteY18" fmla="*/ 0 h 3193981"/>
                    <a:gd name="connsiteX0" fmla="*/ 2808645 w 3182612"/>
                    <a:gd name="connsiteY0" fmla="*/ 60445 h 3193981"/>
                    <a:gd name="connsiteX1" fmla="*/ 3043975 w 3182612"/>
                    <a:gd name="connsiteY1" fmla="*/ 225737 h 3193981"/>
                    <a:gd name="connsiteX2" fmla="*/ 2793164 w 3182612"/>
                    <a:gd name="connsiteY2" fmla="*/ 413200 h 3193981"/>
                    <a:gd name="connsiteX3" fmla="*/ 3182612 w 3182612"/>
                    <a:gd name="connsiteY3" fmla="*/ 618275 h 3193981"/>
                    <a:gd name="connsiteX4" fmla="*/ 3182612 w 3182612"/>
                    <a:gd name="connsiteY4" fmla="*/ 3193981 h 3193981"/>
                    <a:gd name="connsiteX5" fmla="*/ 582846 w 3182612"/>
                    <a:gd name="connsiteY5" fmla="*/ 3193981 h 3193981"/>
                    <a:gd name="connsiteX6" fmla="*/ 2808645 w 3182612"/>
                    <a:gd name="connsiteY6" fmla="*/ 60445 h 3193981"/>
                    <a:gd name="connsiteX7" fmla="*/ 0 w 3182612"/>
                    <a:gd name="connsiteY7" fmla="*/ 0 h 3193981"/>
                    <a:gd name="connsiteX8" fmla="*/ 2536896 w 3182612"/>
                    <a:gd name="connsiteY8" fmla="*/ 0 h 3193981"/>
                    <a:gd name="connsiteX9" fmla="*/ 177523 w 3182612"/>
                    <a:gd name="connsiteY9" fmla="*/ 3018007 h 3193981"/>
                    <a:gd name="connsiteX10" fmla="*/ 99978 w 3182612"/>
                    <a:gd name="connsiteY10" fmla="*/ 2963230 h 3193981"/>
                    <a:gd name="connsiteX11" fmla="*/ 99978 w 3182612"/>
                    <a:gd name="connsiteY11" fmla="*/ 2959228 h 3193981"/>
                    <a:gd name="connsiteX12" fmla="*/ 131118 w 3182612"/>
                    <a:gd name="connsiteY12" fmla="*/ 2962367 h 3193981"/>
                    <a:gd name="connsiteX13" fmla="*/ 370911 w 3182612"/>
                    <a:gd name="connsiteY13" fmla="*/ 2722574 h 3193981"/>
                    <a:gd name="connsiteX14" fmla="*/ 131118 w 3182612"/>
                    <a:gd name="connsiteY14" fmla="*/ 2482781 h 3193981"/>
                    <a:gd name="connsiteX15" fmla="*/ 37780 w 3182612"/>
                    <a:gd name="connsiteY15" fmla="*/ 2501625 h 3193981"/>
                    <a:gd name="connsiteX16" fmla="*/ 0 w 3182612"/>
                    <a:gd name="connsiteY16" fmla="*/ 2527097 h 3193981"/>
                    <a:gd name="connsiteX17" fmla="*/ 0 w 3182612"/>
                    <a:gd name="connsiteY17" fmla="*/ 0 h 3193981"/>
                    <a:gd name="connsiteX0" fmla="*/ 2808645 w 3182612"/>
                    <a:gd name="connsiteY0" fmla="*/ 60445 h 3193981"/>
                    <a:gd name="connsiteX1" fmla="*/ 3043975 w 3182612"/>
                    <a:gd name="connsiteY1" fmla="*/ 225737 h 3193981"/>
                    <a:gd name="connsiteX2" fmla="*/ 2793164 w 3182612"/>
                    <a:gd name="connsiteY2" fmla="*/ 413200 h 3193981"/>
                    <a:gd name="connsiteX3" fmla="*/ 3182612 w 3182612"/>
                    <a:gd name="connsiteY3" fmla="*/ 618275 h 3193981"/>
                    <a:gd name="connsiteX4" fmla="*/ 3182612 w 3182612"/>
                    <a:gd name="connsiteY4" fmla="*/ 3193981 h 3193981"/>
                    <a:gd name="connsiteX5" fmla="*/ 582846 w 3182612"/>
                    <a:gd name="connsiteY5" fmla="*/ 3193981 h 3193981"/>
                    <a:gd name="connsiteX6" fmla="*/ 2808645 w 3182612"/>
                    <a:gd name="connsiteY6" fmla="*/ 60445 h 3193981"/>
                    <a:gd name="connsiteX7" fmla="*/ 0 w 3182612"/>
                    <a:gd name="connsiteY7" fmla="*/ 0 h 3193981"/>
                    <a:gd name="connsiteX8" fmla="*/ 2536896 w 3182612"/>
                    <a:gd name="connsiteY8" fmla="*/ 0 h 3193981"/>
                    <a:gd name="connsiteX9" fmla="*/ 177523 w 3182612"/>
                    <a:gd name="connsiteY9" fmla="*/ 3018007 h 3193981"/>
                    <a:gd name="connsiteX10" fmla="*/ 99978 w 3182612"/>
                    <a:gd name="connsiteY10" fmla="*/ 2963230 h 3193981"/>
                    <a:gd name="connsiteX11" fmla="*/ 99978 w 3182612"/>
                    <a:gd name="connsiteY11" fmla="*/ 2959228 h 3193981"/>
                    <a:gd name="connsiteX12" fmla="*/ 131118 w 3182612"/>
                    <a:gd name="connsiteY12" fmla="*/ 2962367 h 3193981"/>
                    <a:gd name="connsiteX13" fmla="*/ 370911 w 3182612"/>
                    <a:gd name="connsiteY13" fmla="*/ 2722574 h 3193981"/>
                    <a:gd name="connsiteX14" fmla="*/ 131118 w 3182612"/>
                    <a:gd name="connsiteY14" fmla="*/ 2482781 h 3193981"/>
                    <a:gd name="connsiteX15" fmla="*/ 37780 w 3182612"/>
                    <a:gd name="connsiteY15" fmla="*/ 2501625 h 3193981"/>
                    <a:gd name="connsiteX16" fmla="*/ 0 w 3182612"/>
                    <a:gd name="connsiteY16" fmla="*/ 2527097 h 3193981"/>
                    <a:gd name="connsiteX17" fmla="*/ 0 w 3182612"/>
                    <a:gd name="connsiteY17" fmla="*/ 0 h 3193981"/>
                    <a:gd name="connsiteX0" fmla="*/ 2808645 w 3182612"/>
                    <a:gd name="connsiteY0" fmla="*/ 60445 h 3193981"/>
                    <a:gd name="connsiteX1" fmla="*/ 3043975 w 3182612"/>
                    <a:gd name="connsiteY1" fmla="*/ 225737 h 3193981"/>
                    <a:gd name="connsiteX2" fmla="*/ 3182612 w 3182612"/>
                    <a:gd name="connsiteY2" fmla="*/ 618275 h 3193981"/>
                    <a:gd name="connsiteX3" fmla="*/ 3182612 w 3182612"/>
                    <a:gd name="connsiteY3" fmla="*/ 3193981 h 3193981"/>
                    <a:gd name="connsiteX4" fmla="*/ 582846 w 3182612"/>
                    <a:gd name="connsiteY4" fmla="*/ 3193981 h 3193981"/>
                    <a:gd name="connsiteX5" fmla="*/ 2808645 w 3182612"/>
                    <a:gd name="connsiteY5" fmla="*/ 60445 h 3193981"/>
                    <a:gd name="connsiteX6" fmla="*/ 0 w 3182612"/>
                    <a:gd name="connsiteY6" fmla="*/ 0 h 3193981"/>
                    <a:gd name="connsiteX7" fmla="*/ 2536896 w 3182612"/>
                    <a:gd name="connsiteY7" fmla="*/ 0 h 3193981"/>
                    <a:gd name="connsiteX8" fmla="*/ 177523 w 3182612"/>
                    <a:gd name="connsiteY8" fmla="*/ 3018007 h 3193981"/>
                    <a:gd name="connsiteX9" fmla="*/ 99978 w 3182612"/>
                    <a:gd name="connsiteY9" fmla="*/ 2963230 h 3193981"/>
                    <a:gd name="connsiteX10" fmla="*/ 99978 w 3182612"/>
                    <a:gd name="connsiteY10" fmla="*/ 2959228 h 3193981"/>
                    <a:gd name="connsiteX11" fmla="*/ 131118 w 3182612"/>
                    <a:gd name="connsiteY11" fmla="*/ 2962367 h 3193981"/>
                    <a:gd name="connsiteX12" fmla="*/ 370911 w 3182612"/>
                    <a:gd name="connsiteY12" fmla="*/ 2722574 h 3193981"/>
                    <a:gd name="connsiteX13" fmla="*/ 131118 w 3182612"/>
                    <a:gd name="connsiteY13" fmla="*/ 2482781 h 3193981"/>
                    <a:gd name="connsiteX14" fmla="*/ 37780 w 3182612"/>
                    <a:gd name="connsiteY14" fmla="*/ 2501625 h 3193981"/>
                    <a:gd name="connsiteX15" fmla="*/ 0 w 3182612"/>
                    <a:gd name="connsiteY15" fmla="*/ 2527097 h 3193981"/>
                    <a:gd name="connsiteX16" fmla="*/ 0 w 3182612"/>
                    <a:gd name="connsiteY16" fmla="*/ 0 h 3193981"/>
                    <a:gd name="connsiteX0" fmla="*/ 2808645 w 3182612"/>
                    <a:gd name="connsiteY0" fmla="*/ 60445 h 3193981"/>
                    <a:gd name="connsiteX1" fmla="*/ 3043975 w 3182612"/>
                    <a:gd name="connsiteY1" fmla="*/ 225737 h 3193981"/>
                    <a:gd name="connsiteX2" fmla="*/ 3182612 w 3182612"/>
                    <a:gd name="connsiteY2" fmla="*/ 618275 h 3193981"/>
                    <a:gd name="connsiteX3" fmla="*/ 3182612 w 3182612"/>
                    <a:gd name="connsiteY3" fmla="*/ 3193981 h 3193981"/>
                    <a:gd name="connsiteX4" fmla="*/ 582846 w 3182612"/>
                    <a:gd name="connsiteY4" fmla="*/ 3193981 h 3193981"/>
                    <a:gd name="connsiteX5" fmla="*/ 2808645 w 3182612"/>
                    <a:gd name="connsiteY5" fmla="*/ 60445 h 3193981"/>
                    <a:gd name="connsiteX6" fmla="*/ 0 w 3182612"/>
                    <a:gd name="connsiteY6" fmla="*/ 0 h 3193981"/>
                    <a:gd name="connsiteX7" fmla="*/ 2536896 w 3182612"/>
                    <a:gd name="connsiteY7" fmla="*/ 0 h 3193981"/>
                    <a:gd name="connsiteX8" fmla="*/ 177523 w 3182612"/>
                    <a:gd name="connsiteY8" fmla="*/ 3018007 h 3193981"/>
                    <a:gd name="connsiteX9" fmla="*/ 99978 w 3182612"/>
                    <a:gd name="connsiteY9" fmla="*/ 2963230 h 3193981"/>
                    <a:gd name="connsiteX10" fmla="*/ 99978 w 3182612"/>
                    <a:gd name="connsiteY10" fmla="*/ 2959228 h 3193981"/>
                    <a:gd name="connsiteX11" fmla="*/ 131118 w 3182612"/>
                    <a:gd name="connsiteY11" fmla="*/ 2962367 h 3193981"/>
                    <a:gd name="connsiteX12" fmla="*/ 370911 w 3182612"/>
                    <a:gd name="connsiteY12" fmla="*/ 2722574 h 3193981"/>
                    <a:gd name="connsiteX13" fmla="*/ 131118 w 3182612"/>
                    <a:gd name="connsiteY13" fmla="*/ 2482781 h 3193981"/>
                    <a:gd name="connsiteX14" fmla="*/ 37780 w 3182612"/>
                    <a:gd name="connsiteY14" fmla="*/ 2501625 h 3193981"/>
                    <a:gd name="connsiteX15" fmla="*/ 0 w 3182612"/>
                    <a:gd name="connsiteY15" fmla="*/ 2527097 h 3193981"/>
                    <a:gd name="connsiteX16" fmla="*/ 0 w 3182612"/>
                    <a:gd name="connsiteY16" fmla="*/ 0 h 3193981"/>
                    <a:gd name="connsiteX0" fmla="*/ 2808645 w 3182612"/>
                    <a:gd name="connsiteY0" fmla="*/ 60445 h 3193981"/>
                    <a:gd name="connsiteX1" fmla="*/ 3043975 w 3182612"/>
                    <a:gd name="connsiteY1" fmla="*/ 225737 h 3193981"/>
                    <a:gd name="connsiteX2" fmla="*/ 3182612 w 3182612"/>
                    <a:gd name="connsiteY2" fmla="*/ 618275 h 3193981"/>
                    <a:gd name="connsiteX3" fmla="*/ 3182612 w 3182612"/>
                    <a:gd name="connsiteY3" fmla="*/ 3193981 h 3193981"/>
                    <a:gd name="connsiteX4" fmla="*/ 582846 w 3182612"/>
                    <a:gd name="connsiteY4" fmla="*/ 3193981 h 3193981"/>
                    <a:gd name="connsiteX5" fmla="*/ 2808645 w 3182612"/>
                    <a:gd name="connsiteY5" fmla="*/ 60445 h 3193981"/>
                    <a:gd name="connsiteX6" fmla="*/ 0 w 3182612"/>
                    <a:gd name="connsiteY6" fmla="*/ 0 h 3193981"/>
                    <a:gd name="connsiteX7" fmla="*/ 2536896 w 3182612"/>
                    <a:gd name="connsiteY7" fmla="*/ 0 h 3193981"/>
                    <a:gd name="connsiteX8" fmla="*/ 177523 w 3182612"/>
                    <a:gd name="connsiteY8" fmla="*/ 3018007 h 3193981"/>
                    <a:gd name="connsiteX9" fmla="*/ 99978 w 3182612"/>
                    <a:gd name="connsiteY9" fmla="*/ 2963230 h 3193981"/>
                    <a:gd name="connsiteX10" fmla="*/ 99978 w 3182612"/>
                    <a:gd name="connsiteY10" fmla="*/ 2959228 h 3193981"/>
                    <a:gd name="connsiteX11" fmla="*/ 131118 w 3182612"/>
                    <a:gd name="connsiteY11" fmla="*/ 2962367 h 3193981"/>
                    <a:gd name="connsiteX12" fmla="*/ 370911 w 3182612"/>
                    <a:gd name="connsiteY12" fmla="*/ 2722574 h 3193981"/>
                    <a:gd name="connsiteX13" fmla="*/ 131118 w 3182612"/>
                    <a:gd name="connsiteY13" fmla="*/ 2482781 h 3193981"/>
                    <a:gd name="connsiteX14" fmla="*/ 37780 w 3182612"/>
                    <a:gd name="connsiteY14" fmla="*/ 2501625 h 3193981"/>
                    <a:gd name="connsiteX15" fmla="*/ 0 w 3182612"/>
                    <a:gd name="connsiteY15" fmla="*/ 2527097 h 3193981"/>
                    <a:gd name="connsiteX16" fmla="*/ 0 w 3182612"/>
                    <a:gd name="connsiteY16" fmla="*/ 0 h 3193981"/>
                    <a:gd name="connsiteX0" fmla="*/ 2808645 w 3182612"/>
                    <a:gd name="connsiteY0" fmla="*/ 60445 h 3193981"/>
                    <a:gd name="connsiteX1" fmla="*/ 3043975 w 3182612"/>
                    <a:gd name="connsiteY1" fmla="*/ 225737 h 3193981"/>
                    <a:gd name="connsiteX2" fmla="*/ 3182612 w 3182612"/>
                    <a:gd name="connsiteY2" fmla="*/ 618275 h 3193981"/>
                    <a:gd name="connsiteX3" fmla="*/ 3182612 w 3182612"/>
                    <a:gd name="connsiteY3" fmla="*/ 3193981 h 3193981"/>
                    <a:gd name="connsiteX4" fmla="*/ 582846 w 3182612"/>
                    <a:gd name="connsiteY4" fmla="*/ 3193981 h 3193981"/>
                    <a:gd name="connsiteX5" fmla="*/ 2808645 w 3182612"/>
                    <a:gd name="connsiteY5" fmla="*/ 60445 h 3193981"/>
                    <a:gd name="connsiteX6" fmla="*/ 0 w 3182612"/>
                    <a:gd name="connsiteY6" fmla="*/ 0 h 3193981"/>
                    <a:gd name="connsiteX7" fmla="*/ 2536896 w 3182612"/>
                    <a:gd name="connsiteY7" fmla="*/ 0 h 3193981"/>
                    <a:gd name="connsiteX8" fmla="*/ 177523 w 3182612"/>
                    <a:gd name="connsiteY8" fmla="*/ 3018007 h 3193981"/>
                    <a:gd name="connsiteX9" fmla="*/ 99978 w 3182612"/>
                    <a:gd name="connsiteY9" fmla="*/ 2963230 h 3193981"/>
                    <a:gd name="connsiteX10" fmla="*/ 99978 w 3182612"/>
                    <a:gd name="connsiteY10" fmla="*/ 2959228 h 3193981"/>
                    <a:gd name="connsiteX11" fmla="*/ 131118 w 3182612"/>
                    <a:gd name="connsiteY11" fmla="*/ 2962367 h 3193981"/>
                    <a:gd name="connsiteX12" fmla="*/ 370911 w 3182612"/>
                    <a:gd name="connsiteY12" fmla="*/ 2722574 h 3193981"/>
                    <a:gd name="connsiteX13" fmla="*/ 131118 w 3182612"/>
                    <a:gd name="connsiteY13" fmla="*/ 2482781 h 3193981"/>
                    <a:gd name="connsiteX14" fmla="*/ 37780 w 3182612"/>
                    <a:gd name="connsiteY14" fmla="*/ 2501625 h 3193981"/>
                    <a:gd name="connsiteX15" fmla="*/ 0 w 3182612"/>
                    <a:gd name="connsiteY15" fmla="*/ 2527097 h 3193981"/>
                    <a:gd name="connsiteX16" fmla="*/ 0 w 3182612"/>
                    <a:gd name="connsiteY16" fmla="*/ 0 h 3193981"/>
                    <a:gd name="connsiteX0" fmla="*/ 2808645 w 3182612"/>
                    <a:gd name="connsiteY0" fmla="*/ 60445 h 3193981"/>
                    <a:gd name="connsiteX1" fmla="*/ 3043975 w 3182612"/>
                    <a:gd name="connsiteY1" fmla="*/ 225737 h 3193981"/>
                    <a:gd name="connsiteX2" fmla="*/ 3182612 w 3182612"/>
                    <a:gd name="connsiteY2" fmla="*/ 618275 h 3193981"/>
                    <a:gd name="connsiteX3" fmla="*/ 3182612 w 3182612"/>
                    <a:gd name="connsiteY3" fmla="*/ 3193981 h 3193981"/>
                    <a:gd name="connsiteX4" fmla="*/ 582846 w 3182612"/>
                    <a:gd name="connsiteY4" fmla="*/ 3193981 h 3193981"/>
                    <a:gd name="connsiteX5" fmla="*/ 2808645 w 3182612"/>
                    <a:gd name="connsiteY5" fmla="*/ 60445 h 3193981"/>
                    <a:gd name="connsiteX6" fmla="*/ 0 w 3182612"/>
                    <a:gd name="connsiteY6" fmla="*/ 0 h 3193981"/>
                    <a:gd name="connsiteX7" fmla="*/ 2536896 w 3182612"/>
                    <a:gd name="connsiteY7" fmla="*/ 0 h 3193981"/>
                    <a:gd name="connsiteX8" fmla="*/ 177523 w 3182612"/>
                    <a:gd name="connsiteY8" fmla="*/ 3018007 h 3193981"/>
                    <a:gd name="connsiteX9" fmla="*/ 99978 w 3182612"/>
                    <a:gd name="connsiteY9" fmla="*/ 2963230 h 3193981"/>
                    <a:gd name="connsiteX10" fmla="*/ 99978 w 3182612"/>
                    <a:gd name="connsiteY10" fmla="*/ 2959228 h 3193981"/>
                    <a:gd name="connsiteX11" fmla="*/ 131118 w 3182612"/>
                    <a:gd name="connsiteY11" fmla="*/ 2962367 h 3193981"/>
                    <a:gd name="connsiteX12" fmla="*/ 370911 w 3182612"/>
                    <a:gd name="connsiteY12" fmla="*/ 2722574 h 3193981"/>
                    <a:gd name="connsiteX13" fmla="*/ 131118 w 3182612"/>
                    <a:gd name="connsiteY13" fmla="*/ 2482781 h 3193981"/>
                    <a:gd name="connsiteX14" fmla="*/ 37780 w 3182612"/>
                    <a:gd name="connsiteY14" fmla="*/ 2501625 h 3193981"/>
                    <a:gd name="connsiteX15" fmla="*/ 0 w 3182612"/>
                    <a:gd name="connsiteY15" fmla="*/ 2527097 h 3193981"/>
                    <a:gd name="connsiteX16" fmla="*/ 0 w 3182612"/>
                    <a:gd name="connsiteY16" fmla="*/ 0 h 3193981"/>
                    <a:gd name="connsiteX0" fmla="*/ 2808645 w 3182612"/>
                    <a:gd name="connsiteY0" fmla="*/ 60445 h 3193981"/>
                    <a:gd name="connsiteX1" fmla="*/ 3043975 w 3182612"/>
                    <a:gd name="connsiteY1" fmla="*/ 225737 h 3193981"/>
                    <a:gd name="connsiteX2" fmla="*/ 3182612 w 3182612"/>
                    <a:gd name="connsiteY2" fmla="*/ 618275 h 3193981"/>
                    <a:gd name="connsiteX3" fmla="*/ 3182612 w 3182612"/>
                    <a:gd name="connsiteY3" fmla="*/ 3193981 h 3193981"/>
                    <a:gd name="connsiteX4" fmla="*/ 582846 w 3182612"/>
                    <a:gd name="connsiteY4" fmla="*/ 3193981 h 3193981"/>
                    <a:gd name="connsiteX5" fmla="*/ 2808645 w 3182612"/>
                    <a:gd name="connsiteY5" fmla="*/ 60445 h 3193981"/>
                    <a:gd name="connsiteX6" fmla="*/ 0 w 3182612"/>
                    <a:gd name="connsiteY6" fmla="*/ 0 h 3193981"/>
                    <a:gd name="connsiteX7" fmla="*/ 2536896 w 3182612"/>
                    <a:gd name="connsiteY7" fmla="*/ 0 h 3193981"/>
                    <a:gd name="connsiteX8" fmla="*/ 177523 w 3182612"/>
                    <a:gd name="connsiteY8" fmla="*/ 3018007 h 3193981"/>
                    <a:gd name="connsiteX9" fmla="*/ 99978 w 3182612"/>
                    <a:gd name="connsiteY9" fmla="*/ 2963230 h 3193981"/>
                    <a:gd name="connsiteX10" fmla="*/ 99978 w 3182612"/>
                    <a:gd name="connsiteY10" fmla="*/ 2959228 h 3193981"/>
                    <a:gd name="connsiteX11" fmla="*/ 131118 w 3182612"/>
                    <a:gd name="connsiteY11" fmla="*/ 2962367 h 3193981"/>
                    <a:gd name="connsiteX12" fmla="*/ 370911 w 3182612"/>
                    <a:gd name="connsiteY12" fmla="*/ 2722574 h 3193981"/>
                    <a:gd name="connsiteX13" fmla="*/ 131118 w 3182612"/>
                    <a:gd name="connsiteY13" fmla="*/ 2482781 h 3193981"/>
                    <a:gd name="connsiteX14" fmla="*/ 37780 w 3182612"/>
                    <a:gd name="connsiteY14" fmla="*/ 2501625 h 3193981"/>
                    <a:gd name="connsiteX15" fmla="*/ 0 w 3182612"/>
                    <a:gd name="connsiteY15" fmla="*/ 2527097 h 3193981"/>
                    <a:gd name="connsiteX16" fmla="*/ 0 w 3182612"/>
                    <a:gd name="connsiteY16" fmla="*/ 0 h 3193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82612" h="3193981">
                      <a:moveTo>
                        <a:pt x="2808645" y="60445"/>
                      </a:moveTo>
                      <a:cubicBezTo>
                        <a:pt x="2933801" y="32646"/>
                        <a:pt x="3045178" y="164190"/>
                        <a:pt x="3043975" y="225737"/>
                      </a:cubicBezTo>
                      <a:cubicBezTo>
                        <a:pt x="2706941" y="128667"/>
                        <a:pt x="2672010" y="842419"/>
                        <a:pt x="3182612" y="618275"/>
                      </a:cubicBezTo>
                      <a:lnTo>
                        <a:pt x="3182612" y="3193981"/>
                      </a:lnTo>
                      <a:lnTo>
                        <a:pt x="582846" y="3193981"/>
                      </a:lnTo>
                      <a:cubicBezTo>
                        <a:pt x="1701296" y="2696316"/>
                        <a:pt x="2174290" y="127804"/>
                        <a:pt x="2808645" y="60445"/>
                      </a:cubicBezTo>
                      <a:close/>
                      <a:moveTo>
                        <a:pt x="0" y="0"/>
                      </a:moveTo>
                      <a:lnTo>
                        <a:pt x="2536896" y="0"/>
                      </a:lnTo>
                      <a:cubicBezTo>
                        <a:pt x="1419927" y="471719"/>
                        <a:pt x="974610" y="3475583"/>
                        <a:pt x="177523" y="3018007"/>
                      </a:cubicBezTo>
                      <a:lnTo>
                        <a:pt x="99978" y="2963230"/>
                      </a:lnTo>
                      <a:lnTo>
                        <a:pt x="99978" y="2959228"/>
                      </a:lnTo>
                      <a:lnTo>
                        <a:pt x="131118" y="2962367"/>
                      </a:lnTo>
                      <a:cubicBezTo>
                        <a:pt x="263552" y="2962367"/>
                        <a:pt x="370911" y="2855008"/>
                        <a:pt x="370911" y="2722574"/>
                      </a:cubicBezTo>
                      <a:cubicBezTo>
                        <a:pt x="370911" y="2590140"/>
                        <a:pt x="263552" y="2482781"/>
                        <a:pt x="131118" y="2482781"/>
                      </a:cubicBezTo>
                      <a:cubicBezTo>
                        <a:pt x="98010" y="2482781"/>
                        <a:pt x="66468" y="2489491"/>
                        <a:pt x="37780" y="2501625"/>
                      </a:cubicBezTo>
                      <a:lnTo>
                        <a:pt x="0" y="2527097"/>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SG" sz="1800"/>
                </a:p>
              </p:txBody>
            </p:sp>
          </p:grpSp>
          <p:sp>
            <p:nvSpPr>
              <p:cNvPr id="25" name="Freeform 20">
                <a:extLst>
                  <a:ext uri="{FF2B5EF4-FFF2-40B4-BE49-F238E27FC236}">
                    <a16:creationId xmlns:a16="http://schemas.microsoft.com/office/drawing/2014/main" id="{FEC289F0-71A6-4BDD-B773-BCE8FA4F67A4}"/>
                  </a:ext>
                </a:extLst>
              </p:cNvPr>
              <p:cNvSpPr/>
              <p:nvPr userDrawn="1"/>
            </p:nvSpPr>
            <p:spPr>
              <a:xfrm>
                <a:off x="6004983" y="-12411"/>
                <a:ext cx="638570" cy="666726"/>
              </a:xfrm>
              <a:custGeom>
                <a:avLst/>
                <a:gdLst>
                  <a:gd name="connsiteX0" fmla="*/ 1284704 w 2546513"/>
                  <a:gd name="connsiteY0" fmla="*/ 0 h 2658794"/>
                  <a:gd name="connsiteX1" fmla="*/ 2511650 w 2546513"/>
                  <a:gd name="connsiteY1" fmla="*/ 934075 h 2658794"/>
                  <a:gd name="connsiteX2" fmla="*/ 2527735 w 2546513"/>
                  <a:gd name="connsiteY2" fmla="*/ 998806 h 2658794"/>
                  <a:gd name="connsiteX3" fmla="*/ 1727960 w 2546513"/>
                  <a:gd name="connsiteY3" fmla="*/ 998806 h 2658794"/>
                  <a:gd name="connsiteX4" fmla="*/ 1721308 w 2546513"/>
                  <a:gd name="connsiteY4" fmla="*/ 977375 h 2658794"/>
                  <a:gd name="connsiteX5" fmla="*/ 1341772 w 2546513"/>
                  <a:gd name="connsiteY5" fmla="*/ 725802 h 2658794"/>
                  <a:gd name="connsiteX6" fmla="*/ 929867 w 2546513"/>
                  <a:gd name="connsiteY6" fmla="*/ 1137707 h 2658794"/>
                  <a:gd name="connsiteX7" fmla="*/ 929867 w 2546513"/>
                  <a:gd name="connsiteY7" fmla="*/ 1501301 h 2658794"/>
                  <a:gd name="connsiteX8" fmla="*/ 1341772 w 2546513"/>
                  <a:gd name="connsiteY8" fmla="*/ 1913206 h 2658794"/>
                  <a:gd name="connsiteX9" fmla="*/ 1745309 w 2546513"/>
                  <a:gd name="connsiteY9" fmla="*/ 1584314 h 2658794"/>
                  <a:gd name="connsiteX10" fmla="*/ 1746189 w 2546513"/>
                  <a:gd name="connsiteY10" fmla="*/ 1575581 h 2658794"/>
                  <a:gd name="connsiteX11" fmla="*/ 2546513 w 2546513"/>
                  <a:gd name="connsiteY11" fmla="*/ 1575581 h 2658794"/>
                  <a:gd name="connsiteX12" fmla="*/ 2543307 w 2546513"/>
                  <a:gd name="connsiteY12" fmla="*/ 1597317 h 2658794"/>
                  <a:gd name="connsiteX13" fmla="*/ 1284704 w 2546513"/>
                  <a:gd name="connsiteY13" fmla="*/ 2658794 h 2658794"/>
                  <a:gd name="connsiteX14" fmla="*/ 0 w 2546513"/>
                  <a:gd name="connsiteY14" fmla="*/ 1329397 h 2658794"/>
                  <a:gd name="connsiteX15" fmla="*/ 1284704 w 2546513"/>
                  <a:gd name="connsiteY15" fmla="*/ 0 h 2658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46513" h="2658794">
                    <a:moveTo>
                      <a:pt x="1284704" y="0"/>
                    </a:moveTo>
                    <a:cubicBezTo>
                      <a:pt x="1861191" y="0"/>
                      <a:pt x="2348992" y="392919"/>
                      <a:pt x="2511650" y="934075"/>
                    </a:cubicBezTo>
                    <a:lnTo>
                      <a:pt x="2527735" y="998806"/>
                    </a:lnTo>
                    <a:lnTo>
                      <a:pt x="1727960" y="998806"/>
                    </a:lnTo>
                    <a:lnTo>
                      <a:pt x="1721308" y="977375"/>
                    </a:lnTo>
                    <a:cubicBezTo>
                      <a:pt x="1658777" y="829536"/>
                      <a:pt x="1512389" y="725802"/>
                      <a:pt x="1341772" y="725802"/>
                    </a:cubicBezTo>
                    <a:cubicBezTo>
                      <a:pt x="1114283" y="725802"/>
                      <a:pt x="929867" y="910218"/>
                      <a:pt x="929867" y="1137707"/>
                    </a:cubicBezTo>
                    <a:lnTo>
                      <a:pt x="929867" y="1501301"/>
                    </a:lnTo>
                    <a:cubicBezTo>
                      <a:pt x="929867" y="1728790"/>
                      <a:pt x="1114283" y="1913206"/>
                      <a:pt x="1341772" y="1913206"/>
                    </a:cubicBezTo>
                    <a:cubicBezTo>
                      <a:pt x="1540825" y="1913206"/>
                      <a:pt x="1706900" y="1772013"/>
                      <a:pt x="1745309" y="1584314"/>
                    </a:cubicBezTo>
                    <a:lnTo>
                      <a:pt x="1746189" y="1575581"/>
                    </a:lnTo>
                    <a:lnTo>
                      <a:pt x="2546513" y="1575581"/>
                    </a:lnTo>
                    <a:lnTo>
                      <a:pt x="2543307" y="1597317"/>
                    </a:lnTo>
                    <a:cubicBezTo>
                      <a:pt x="2423513" y="2203101"/>
                      <a:pt x="1905536" y="2658794"/>
                      <a:pt x="1284704" y="2658794"/>
                    </a:cubicBezTo>
                    <a:cubicBezTo>
                      <a:pt x="575182" y="2658794"/>
                      <a:pt x="0" y="2063603"/>
                      <a:pt x="0" y="1329397"/>
                    </a:cubicBezTo>
                    <a:cubicBezTo>
                      <a:pt x="0" y="595191"/>
                      <a:pt x="575182" y="0"/>
                      <a:pt x="128470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grpSp>
        <p:grpSp>
          <p:nvGrpSpPr>
            <p:cNvPr id="8" name="Group 7">
              <a:extLst>
                <a:ext uri="{FF2B5EF4-FFF2-40B4-BE49-F238E27FC236}">
                  <a16:creationId xmlns:a16="http://schemas.microsoft.com/office/drawing/2014/main" id="{485C7D36-A135-46F5-A371-FD923AB51934}"/>
                </a:ext>
              </a:extLst>
            </p:cNvPr>
            <p:cNvGrpSpPr/>
            <p:nvPr userDrawn="1"/>
          </p:nvGrpSpPr>
          <p:grpSpPr>
            <a:xfrm>
              <a:off x="5297353" y="756957"/>
              <a:ext cx="2032994" cy="210344"/>
              <a:chOff x="3972780" y="-838818"/>
              <a:chExt cx="8107257" cy="838818"/>
            </a:xfrm>
            <a:solidFill>
              <a:srgbClr val="868686"/>
            </a:solidFill>
          </p:grpSpPr>
          <p:sp>
            <p:nvSpPr>
              <p:cNvPr id="9" name="Freeform 5">
                <a:extLst>
                  <a:ext uri="{FF2B5EF4-FFF2-40B4-BE49-F238E27FC236}">
                    <a16:creationId xmlns:a16="http://schemas.microsoft.com/office/drawing/2014/main" id="{2E12E309-F798-45B0-985E-B67206371D5E}"/>
                  </a:ext>
                </a:extLst>
              </p:cNvPr>
              <p:cNvSpPr/>
              <p:nvPr userDrawn="1"/>
            </p:nvSpPr>
            <p:spPr>
              <a:xfrm>
                <a:off x="3972780" y="-679982"/>
                <a:ext cx="729153" cy="498540"/>
              </a:xfrm>
              <a:custGeom>
                <a:avLst/>
                <a:gdLst>
                  <a:gd name="connsiteX0" fmla="*/ 0 w 729153"/>
                  <a:gd name="connsiteY0" fmla="*/ 0 h 482886"/>
                  <a:gd name="connsiteX1" fmla="*/ 123290 w 729153"/>
                  <a:gd name="connsiteY1" fmla="*/ 0 h 482886"/>
                  <a:gd name="connsiteX2" fmla="*/ 123290 w 729153"/>
                  <a:gd name="connsiteY2" fmla="*/ 41686 h 482886"/>
                  <a:gd name="connsiteX3" fmla="*/ 300439 w 729153"/>
                  <a:gd name="connsiteY3" fmla="*/ 41686 h 482886"/>
                  <a:gd name="connsiteX4" fmla="*/ 300439 w 729153"/>
                  <a:gd name="connsiteY4" fmla="*/ 0 h 482886"/>
                  <a:gd name="connsiteX5" fmla="*/ 343258 w 729153"/>
                  <a:gd name="connsiteY5" fmla="*/ 0 h 482886"/>
                  <a:gd name="connsiteX6" fmla="*/ 404350 w 729153"/>
                  <a:gd name="connsiteY6" fmla="*/ 105331 h 482886"/>
                  <a:gd name="connsiteX7" fmla="*/ 441264 w 729153"/>
                  <a:gd name="connsiteY7" fmla="*/ 41686 h 482886"/>
                  <a:gd name="connsiteX8" fmla="*/ 605863 w 729153"/>
                  <a:gd name="connsiteY8" fmla="*/ 41686 h 482886"/>
                  <a:gd name="connsiteX9" fmla="*/ 605863 w 729153"/>
                  <a:gd name="connsiteY9" fmla="*/ 0 h 482886"/>
                  <a:gd name="connsiteX10" fmla="*/ 729153 w 729153"/>
                  <a:gd name="connsiteY10" fmla="*/ 0 h 482886"/>
                  <a:gd name="connsiteX11" fmla="*/ 729153 w 729153"/>
                  <a:gd name="connsiteY11" fmla="*/ 482886 h 482886"/>
                  <a:gd name="connsiteX12" fmla="*/ 605863 w 729153"/>
                  <a:gd name="connsiteY12" fmla="*/ 482886 h 482886"/>
                  <a:gd name="connsiteX13" fmla="*/ 605863 w 729153"/>
                  <a:gd name="connsiteY13" fmla="*/ 130738 h 482886"/>
                  <a:gd name="connsiteX14" fmla="*/ 423729 w 729153"/>
                  <a:gd name="connsiteY14" fmla="*/ 130738 h 482886"/>
                  <a:gd name="connsiteX15" fmla="*/ 423729 w 729153"/>
                  <a:gd name="connsiteY15" fmla="*/ 482886 h 482886"/>
                  <a:gd name="connsiteX16" fmla="*/ 300439 w 729153"/>
                  <a:gd name="connsiteY16" fmla="*/ 482886 h 482886"/>
                  <a:gd name="connsiteX17" fmla="*/ 300439 w 729153"/>
                  <a:gd name="connsiteY17" fmla="*/ 130738 h 482886"/>
                  <a:gd name="connsiteX18" fmla="*/ 123290 w 729153"/>
                  <a:gd name="connsiteY18" fmla="*/ 130738 h 482886"/>
                  <a:gd name="connsiteX19" fmla="*/ 123290 w 729153"/>
                  <a:gd name="connsiteY19" fmla="*/ 482886 h 482886"/>
                  <a:gd name="connsiteX20" fmla="*/ 0 w 729153"/>
                  <a:gd name="connsiteY20" fmla="*/ 482886 h 482886"/>
                  <a:gd name="connsiteX0" fmla="*/ 0 w 729153"/>
                  <a:gd name="connsiteY0" fmla="*/ 0 h 482886"/>
                  <a:gd name="connsiteX1" fmla="*/ 123290 w 729153"/>
                  <a:gd name="connsiteY1" fmla="*/ 0 h 482886"/>
                  <a:gd name="connsiteX2" fmla="*/ 123290 w 729153"/>
                  <a:gd name="connsiteY2" fmla="*/ 41686 h 482886"/>
                  <a:gd name="connsiteX3" fmla="*/ 300439 w 729153"/>
                  <a:gd name="connsiteY3" fmla="*/ 0 h 482886"/>
                  <a:gd name="connsiteX4" fmla="*/ 343258 w 729153"/>
                  <a:gd name="connsiteY4" fmla="*/ 0 h 482886"/>
                  <a:gd name="connsiteX5" fmla="*/ 404350 w 729153"/>
                  <a:gd name="connsiteY5" fmla="*/ 105331 h 482886"/>
                  <a:gd name="connsiteX6" fmla="*/ 441264 w 729153"/>
                  <a:gd name="connsiteY6" fmla="*/ 41686 h 482886"/>
                  <a:gd name="connsiteX7" fmla="*/ 605863 w 729153"/>
                  <a:gd name="connsiteY7" fmla="*/ 41686 h 482886"/>
                  <a:gd name="connsiteX8" fmla="*/ 605863 w 729153"/>
                  <a:gd name="connsiteY8" fmla="*/ 0 h 482886"/>
                  <a:gd name="connsiteX9" fmla="*/ 729153 w 729153"/>
                  <a:gd name="connsiteY9" fmla="*/ 0 h 482886"/>
                  <a:gd name="connsiteX10" fmla="*/ 729153 w 729153"/>
                  <a:gd name="connsiteY10" fmla="*/ 482886 h 482886"/>
                  <a:gd name="connsiteX11" fmla="*/ 605863 w 729153"/>
                  <a:gd name="connsiteY11" fmla="*/ 482886 h 482886"/>
                  <a:gd name="connsiteX12" fmla="*/ 605863 w 729153"/>
                  <a:gd name="connsiteY12" fmla="*/ 130738 h 482886"/>
                  <a:gd name="connsiteX13" fmla="*/ 423729 w 729153"/>
                  <a:gd name="connsiteY13" fmla="*/ 130738 h 482886"/>
                  <a:gd name="connsiteX14" fmla="*/ 423729 w 729153"/>
                  <a:gd name="connsiteY14" fmla="*/ 482886 h 482886"/>
                  <a:gd name="connsiteX15" fmla="*/ 300439 w 729153"/>
                  <a:gd name="connsiteY15" fmla="*/ 482886 h 482886"/>
                  <a:gd name="connsiteX16" fmla="*/ 300439 w 729153"/>
                  <a:gd name="connsiteY16" fmla="*/ 130738 h 482886"/>
                  <a:gd name="connsiteX17" fmla="*/ 123290 w 729153"/>
                  <a:gd name="connsiteY17" fmla="*/ 130738 h 482886"/>
                  <a:gd name="connsiteX18" fmla="*/ 123290 w 729153"/>
                  <a:gd name="connsiteY18" fmla="*/ 482886 h 482886"/>
                  <a:gd name="connsiteX19" fmla="*/ 0 w 729153"/>
                  <a:gd name="connsiteY19" fmla="*/ 482886 h 482886"/>
                  <a:gd name="connsiteX20" fmla="*/ 0 w 729153"/>
                  <a:gd name="connsiteY20" fmla="*/ 0 h 482886"/>
                  <a:gd name="connsiteX0" fmla="*/ 0 w 729153"/>
                  <a:gd name="connsiteY0" fmla="*/ 0 h 482886"/>
                  <a:gd name="connsiteX1" fmla="*/ 123290 w 729153"/>
                  <a:gd name="connsiteY1" fmla="*/ 0 h 482886"/>
                  <a:gd name="connsiteX2" fmla="*/ 123290 w 729153"/>
                  <a:gd name="connsiteY2" fmla="*/ 41686 h 482886"/>
                  <a:gd name="connsiteX3" fmla="*/ 300439 w 729153"/>
                  <a:gd name="connsiteY3" fmla="*/ 0 h 482886"/>
                  <a:gd name="connsiteX4" fmla="*/ 343258 w 729153"/>
                  <a:gd name="connsiteY4" fmla="*/ 0 h 482886"/>
                  <a:gd name="connsiteX5" fmla="*/ 404350 w 729153"/>
                  <a:gd name="connsiteY5" fmla="*/ 105331 h 482886"/>
                  <a:gd name="connsiteX6" fmla="*/ 441264 w 729153"/>
                  <a:gd name="connsiteY6" fmla="*/ 41686 h 482886"/>
                  <a:gd name="connsiteX7" fmla="*/ 605863 w 729153"/>
                  <a:gd name="connsiteY7" fmla="*/ 0 h 482886"/>
                  <a:gd name="connsiteX8" fmla="*/ 729153 w 729153"/>
                  <a:gd name="connsiteY8" fmla="*/ 0 h 482886"/>
                  <a:gd name="connsiteX9" fmla="*/ 729153 w 729153"/>
                  <a:gd name="connsiteY9" fmla="*/ 482886 h 482886"/>
                  <a:gd name="connsiteX10" fmla="*/ 605863 w 729153"/>
                  <a:gd name="connsiteY10" fmla="*/ 482886 h 482886"/>
                  <a:gd name="connsiteX11" fmla="*/ 605863 w 729153"/>
                  <a:gd name="connsiteY11" fmla="*/ 130738 h 482886"/>
                  <a:gd name="connsiteX12" fmla="*/ 423729 w 729153"/>
                  <a:gd name="connsiteY12" fmla="*/ 130738 h 482886"/>
                  <a:gd name="connsiteX13" fmla="*/ 423729 w 729153"/>
                  <a:gd name="connsiteY13" fmla="*/ 482886 h 482886"/>
                  <a:gd name="connsiteX14" fmla="*/ 300439 w 729153"/>
                  <a:gd name="connsiteY14" fmla="*/ 482886 h 482886"/>
                  <a:gd name="connsiteX15" fmla="*/ 300439 w 729153"/>
                  <a:gd name="connsiteY15" fmla="*/ 130738 h 482886"/>
                  <a:gd name="connsiteX16" fmla="*/ 123290 w 729153"/>
                  <a:gd name="connsiteY16" fmla="*/ 130738 h 482886"/>
                  <a:gd name="connsiteX17" fmla="*/ 123290 w 729153"/>
                  <a:gd name="connsiteY17" fmla="*/ 482886 h 482886"/>
                  <a:gd name="connsiteX18" fmla="*/ 0 w 729153"/>
                  <a:gd name="connsiteY18" fmla="*/ 482886 h 482886"/>
                  <a:gd name="connsiteX19" fmla="*/ 0 w 729153"/>
                  <a:gd name="connsiteY19" fmla="*/ 0 h 482886"/>
                  <a:gd name="connsiteX0" fmla="*/ 0 w 729153"/>
                  <a:gd name="connsiteY0" fmla="*/ 0 h 482886"/>
                  <a:gd name="connsiteX1" fmla="*/ 123290 w 729153"/>
                  <a:gd name="connsiteY1" fmla="*/ 0 h 482886"/>
                  <a:gd name="connsiteX2" fmla="*/ 123290 w 729153"/>
                  <a:gd name="connsiteY2" fmla="*/ 41686 h 482886"/>
                  <a:gd name="connsiteX3" fmla="*/ 300439 w 729153"/>
                  <a:gd name="connsiteY3" fmla="*/ 0 h 482886"/>
                  <a:gd name="connsiteX4" fmla="*/ 343258 w 729153"/>
                  <a:gd name="connsiteY4" fmla="*/ 0 h 482886"/>
                  <a:gd name="connsiteX5" fmla="*/ 404350 w 729153"/>
                  <a:gd name="connsiteY5" fmla="*/ 105331 h 482886"/>
                  <a:gd name="connsiteX6" fmla="*/ 441264 w 729153"/>
                  <a:gd name="connsiteY6" fmla="*/ 41686 h 482886"/>
                  <a:gd name="connsiteX7" fmla="*/ 605863 w 729153"/>
                  <a:gd name="connsiteY7" fmla="*/ 0 h 482886"/>
                  <a:gd name="connsiteX8" fmla="*/ 729153 w 729153"/>
                  <a:gd name="connsiteY8" fmla="*/ 0 h 482886"/>
                  <a:gd name="connsiteX9" fmla="*/ 728421 w 729153"/>
                  <a:gd name="connsiteY9" fmla="*/ 134059 h 482886"/>
                  <a:gd name="connsiteX10" fmla="*/ 729153 w 729153"/>
                  <a:gd name="connsiteY10" fmla="*/ 482886 h 482886"/>
                  <a:gd name="connsiteX11" fmla="*/ 605863 w 729153"/>
                  <a:gd name="connsiteY11" fmla="*/ 482886 h 482886"/>
                  <a:gd name="connsiteX12" fmla="*/ 605863 w 729153"/>
                  <a:gd name="connsiteY12" fmla="*/ 130738 h 482886"/>
                  <a:gd name="connsiteX13" fmla="*/ 423729 w 729153"/>
                  <a:gd name="connsiteY13" fmla="*/ 130738 h 482886"/>
                  <a:gd name="connsiteX14" fmla="*/ 423729 w 729153"/>
                  <a:gd name="connsiteY14" fmla="*/ 482886 h 482886"/>
                  <a:gd name="connsiteX15" fmla="*/ 300439 w 729153"/>
                  <a:gd name="connsiteY15" fmla="*/ 482886 h 482886"/>
                  <a:gd name="connsiteX16" fmla="*/ 300439 w 729153"/>
                  <a:gd name="connsiteY16" fmla="*/ 130738 h 482886"/>
                  <a:gd name="connsiteX17" fmla="*/ 123290 w 729153"/>
                  <a:gd name="connsiteY17" fmla="*/ 130738 h 482886"/>
                  <a:gd name="connsiteX18" fmla="*/ 123290 w 729153"/>
                  <a:gd name="connsiteY18" fmla="*/ 482886 h 482886"/>
                  <a:gd name="connsiteX19" fmla="*/ 0 w 729153"/>
                  <a:gd name="connsiteY19" fmla="*/ 482886 h 482886"/>
                  <a:gd name="connsiteX20" fmla="*/ 0 w 729153"/>
                  <a:gd name="connsiteY20" fmla="*/ 0 h 482886"/>
                  <a:gd name="connsiteX0" fmla="*/ 0 w 729153"/>
                  <a:gd name="connsiteY0" fmla="*/ 0 h 482886"/>
                  <a:gd name="connsiteX1" fmla="*/ 123290 w 729153"/>
                  <a:gd name="connsiteY1" fmla="*/ 0 h 482886"/>
                  <a:gd name="connsiteX2" fmla="*/ 123290 w 729153"/>
                  <a:gd name="connsiteY2" fmla="*/ 41686 h 482886"/>
                  <a:gd name="connsiteX3" fmla="*/ 300439 w 729153"/>
                  <a:gd name="connsiteY3" fmla="*/ 0 h 482886"/>
                  <a:gd name="connsiteX4" fmla="*/ 404350 w 729153"/>
                  <a:gd name="connsiteY4" fmla="*/ 105331 h 482886"/>
                  <a:gd name="connsiteX5" fmla="*/ 441264 w 729153"/>
                  <a:gd name="connsiteY5" fmla="*/ 41686 h 482886"/>
                  <a:gd name="connsiteX6" fmla="*/ 605863 w 729153"/>
                  <a:gd name="connsiteY6" fmla="*/ 0 h 482886"/>
                  <a:gd name="connsiteX7" fmla="*/ 729153 w 729153"/>
                  <a:gd name="connsiteY7" fmla="*/ 0 h 482886"/>
                  <a:gd name="connsiteX8" fmla="*/ 728421 w 729153"/>
                  <a:gd name="connsiteY8" fmla="*/ 134059 h 482886"/>
                  <a:gd name="connsiteX9" fmla="*/ 729153 w 729153"/>
                  <a:gd name="connsiteY9" fmla="*/ 482886 h 482886"/>
                  <a:gd name="connsiteX10" fmla="*/ 605863 w 729153"/>
                  <a:gd name="connsiteY10" fmla="*/ 482886 h 482886"/>
                  <a:gd name="connsiteX11" fmla="*/ 605863 w 729153"/>
                  <a:gd name="connsiteY11" fmla="*/ 130738 h 482886"/>
                  <a:gd name="connsiteX12" fmla="*/ 423729 w 729153"/>
                  <a:gd name="connsiteY12" fmla="*/ 130738 h 482886"/>
                  <a:gd name="connsiteX13" fmla="*/ 423729 w 729153"/>
                  <a:gd name="connsiteY13" fmla="*/ 482886 h 482886"/>
                  <a:gd name="connsiteX14" fmla="*/ 300439 w 729153"/>
                  <a:gd name="connsiteY14" fmla="*/ 482886 h 482886"/>
                  <a:gd name="connsiteX15" fmla="*/ 300439 w 729153"/>
                  <a:gd name="connsiteY15" fmla="*/ 130738 h 482886"/>
                  <a:gd name="connsiteX16" fmla="*/ 123290 w 729153"/>
                  <a:gd name="connsiteY16" fmla="*/ 130738 h 482886"/>
                  <a:gd name="connsiteX17" fmla="*/ 123290 w 729153"/>
                  <a:gd name="connsiteY17" fmla="*/ 482886 h 482886"/>
                  <a:gd name="connsiteX18" fmla="*/ 0 w 729153"/>
                  <a:gd name="connsiteY18" fmla="*/ 482886 h 482886"/>
                  <a:gd name="connsiteX19" fmla="*/ 0 w 729153"/>
                  <a:gd name="connsiteY19" fmla="*/ 0 h 482886"/>
                  <a:gd name="connsiteX0" fmla="*/ 0 w 729153"/>
                  <a:gd name="connsiteY0" fmla="*/ 0 h 482886"/>
                  <a:gd name="connsiteX1" fmla="*/ 123290 w 729153"/>
                  <a:gd name="connsiteY1" fmla="*/ 0 h 482886"/>
                  <a:gd name="connsiteX2" fmla="*/ 123290 w 729153"/>
                  <a:gd name="connsiteY2" fmla="*/ 41686 h 482886"/>
                  <a:gd name="connsiteX3" fmla="*/ 300439 w 729153"/>
                  <a:gd name="connsiteY3" fmla="*/ 0 h 482886"/>
                  <a:gd name="connsiteX4" fmla="*/ 404350 w 729153"/>
                  <a:gd name="connsiteY4" fmla="*/ 105331 h 482886"/>
                  <a:gd name="connsiteX5" fmla="*/ 441264 w 729153"/>
                  <a:gd name="connsiteY5" fmla="*/ 41686 h 482886"/>
                  <a:gd name="connsiteX6" fmla="*/ 605863 w 729153"/>
                  <a:gd name="connsiteY6" fmla="*/ 0 h 482886"/>
                  <a:gd name="connsiteX7" fmla="*/ 728421 w 729153"/>
                  <a:gd name="connsiteY7" fmla="*/ 134059 h 482886"/>
                  <a:gd name="connsiteX8" fmla="*/ 729153 w 729153"/>
                  <a:gd name="connsiteY8" fmla="*/ 482886 h 482886"/>
                  <a:gd name="connsiteX9" fmla="*/ 605863 w 729153"/>
                  <a:gd name="connsiteY9" fmla="*/ 482886 h 482886"/>
                  <a:gd name="connsiteX10" fmla="*/ 605863 w 729153"/>
                  <a:gd name="connsiteY10" fmla="*/ 130738 h 482886"/>
                  <a:gd name="connsiteX11" fmla="*/ 423729 w 729153"/>
                  <a:gd name="connsiteY11" fmla="*/ 130738 h 482886"/>
                  <a:gd name="connsiteX12" fmla="*/ 423729 w 729153"/>
                  <a:gd name="connsiteY12" fmla="*/ 482886 h 482886"/>
                  <a:gd name="connsiteX13" fmla="*/ 300439 w 729153"/>
                  <a:gd name="connsiteY13" fmla="*/ 482886 h 482886"/>
                  <a:gd name="connsiteX14" fmla="*/ 300439 w 729153"/>
                  <a:gd name="connsiteY14" fmla="*/ 130738 h 482886"/>
                  <a:gd name="connsiteX15" fmla="*/ 123290 w 729153"/>
                  <a:gd name="connsiteY15" fmla="*/ 130738 h 482886"/>
                  <a:gd name="connsiteX16" fmla="*/ 123290 w 729153"/>
                  <a:gd name="connsiteY16" fmla="*/ 482886 h 482886"/>
                  <a:gd name="connsiteX17" fmla="*/ 0 w 729153"/>
                  <a:gd name="connsiteY17" fmla="*/ 482886 h 482886"/>
                  <a:gd name="connsiteX18" fmla="*/ 0 w 729153"/>
                  <a:gd name="connsiteY18" fmla="*/ 0 h 482886"/>
                  <a:gd name="connsiteX0" fmla="*/ 0 w 729153"/>
                  <a:gd name="connsiteY0" fmla="*/ 0 h 482886"/>
                  <a:gd name="connsiteX1" fmla="*/ 123290 w 729153"/>
                  <a:gd name="connsiteY1" fmla="*/ 0 h 482886"/>
                  <a:gd name="connsiteX2" fmla="*/ 123290 w 729153"/>
                  <a:gd name="connsiteY2" fmla="*/ 41686 h 482886"/>
                  <a:gd name="connsiteX3" fmla="*/ 300439 w 729153"/>
                  <a:gd name="connsiteY3" fmla="*/ 0 h 482886"/>
                  <a:gd name="connsiteX4" fmla="*/ 404350 w 729153"/>
                  <a:gd name="connsiteY4" fmla="*/ 105331 h 482886"/>
                  <a:gd name="connsiteX5" fmla="*/ 605863 w 729153"/>
                  <a:gd name="connsiteY5" fmla="*/ 0 h 482886"/>
                  <a:gd name="connsiteX6" fmla="*/ 728421 w 729153"/>
                  <a:gd name="connsiteY6" fmla="*/ 134059 h 482886"/>
                  <a:gd name="connsiteX7" fmla="*/ 729153 w 729153"/>
                  <a:gd name="connsiteY7" fmla="*/ 482886 h 482886"/>
                  <a:gd name="connsiteX8" fmla="*/ 605863 w 729153"/>
                  <a:gd name="connsiteY8" fmla="*/ 482886 h 482886"/>
                  <a:gd name="connsiteX9" fmla="*/ 605863 w 729153"/>
                  <a:gd name="connsiteY9" fmla="*/ 130738 h 482886"/>
                  <a:gd name="connsiteX10" fmla="*/ 423729 w 729153"/>
                  <a:gd name="connsiteY10" fmla="*/ 130738 h 482886"/>
                  <a:gd name="connsiteX11" fmla="*/ 423729 w 729153"/>
                  <a:gd name="connsiteY11" fmla="*/ 482886 h 482886"/>
                  <a:gd name="connsiteX12" fmla="*/ 300439 w 729153"/>
                  <a:gd name="connsiteY12" fmla="*/ 482886 h 482886"/>
                  <a:gd name="connsiteX13" fmla="*/ 300439 w 729153"/>
                  <a:gd name="connsiteY13" fmla="*/ 130738 h 482886"/>
                  <a:gd name="connsiteX14" fmla="*/ 123290 w 729153"/>
                  <a:gd name="connsiteY14" fmla="*/ 130738 h 482886"/>
                  <a:gd name="connsiteX15" fmla="*/ 123290 w 729153"/>
                  <a:gd name="connsiteY15" fmla="*/ 482886 h 482886"/>
                  <a:gd name="connsiteX16" fmla="*/ 0 w 729153"/>
                  <a:gd name="connsiteY16" fmla="*/ 482886 h 482886"/>
                  <a:gd name="connsiteX17" fmla="*/ 0 w 729153"/>
                  <a:gd name="connsiteY17" fmla="*/ 0 h 482886"/>
                  <a:gd name="connsiteX0" fmla="*/ 0 w 729153"/>
                  <a:gd name="connsiteY0" fmla="*/ 0 h 482886"/>
                  <a:gd name="connsiteX1" fmla="*/ 123290 w 729153"/>
                  <a:gd name="connsiteY1" fmla="*/ 0 h 482886"/>
                  <a:gd name="connsiteX2" fmla="*/ 123290 w 729153"/>
                  <a:gd name="connsiteY2" fmla="*/ 41686 h 482886"/>
                  <a:gd name="connsiteX3" fmla="*/ 300439 w 729153"/>
                  <a:gd name="connsiteY3" fmla="*/ 0 h 482886"/>
                  <a:gd name="connsiteX4" fmla="*/ 404350 w 729153"/>
                  <a:gd name="connsiteY4" fmla="*/ 105331 h 482886"/>
                  <a:gd name="connsiteX5" fmla="*/ 728421 w 729153"/>
                  <a:gd name="connsiteY5" fmla="*/ 134059 h 482886"/>
                  <a:gd name="connsiteX6" fmla="*/ 729153 w 729153"/>
                  <a:gd name="connsiteY6" fmla="*/ 482886 h 482886"/>
                  <a:gd name="connsiteX7" fmla="*/ 605863 w 729153"/>
                  <a:gd name="connsiteY7" fmla="*/ 482886 h 482886"/>
                  <a:gd name="connsiteX8" fmla="*/ 605863 w 729153"/>
                  <a:gd name="connsiteY8" fmla="*/ 130738 h 482886"/>
                  <a:gd name="connsiteX9" fmla="*/ 423729 w 729153"/>
                  <a:gd name="connsiteY9" fmla="*/ 130738 h 482886"/>
                  <a:gd name="connsiteX10" fmla="*/ 423729 w 729153"/>
                  <a:gd name="connsiteY10" fmla="*/ 482886 h 482886"/>
                  <a:gd name="connsiteX11" fmla="*/ 300439 w 729153"/>
                  <a:gd name="connsiteY11" fmla="*/ 482886 h 482886"/>
                  <a:gd name="connsiteX12" fmla="*/ 300439 w 729153"/>
                  <a:gd name="connsiteY12" fmla="*/ 130738 h 482886"/>
                  <a:gd name="connsiteX13" fmla="*/ 123290 w 729153"/>
                  <a:gd name="connsiteY13" fmla="*/ 130738 h 482886"/>
                  <a:gd name="connsiteX14" fmla="*/ 123290 w 729153"/>
                  <a:gd name="connsiteY14" fmla="*/ 482886 h 482886"/>
                  <a:gd name="connsiteX15" fmla="*/ 0 w 729153"/>
                  <a:gd name="connsiteY15" fmla="*/ 482886 h 482886"/>
                  <a:gd name="connsiteX16" fmla="*/ 0 w 729153"/>
                  <a:gd name="connsiteY16" fmla="*/ 0 h 482886"/>
                  <a:gd name="connsiteX0" fmla="*/ 0 w 729153"/>
                  <a:gd name="connsiteY0" fmla="*/ 0 h 482886"/>
                  <a:gd name="connsiteX1" fmla="*/ 123290 w 729153"/>
                  <a:gd name="connsiteY1" fmla="*/ 0 h 482886"/>
                  <a:gd name="connsiteX2" fmla="*/ 123290 w 729153"/>
                  <a:gd name="connsiteY2" fmla="*/ 41686 h 482886"/>
                  <a:gd name="connsiteX3" fmla="*/ 300439 w 729153"/>
                  <a:gd name="connsiteY3" fmla="*/ 0 h 482886"/>
                  <a:gd name="connsiteX4" fmla="*/ 404350 w 729153"/>
                  <a:gd name="connsiteY4" fmla="*/ 105331 h 482886"/>
                  <a:gd name="connsiteX5" fmla="*/ 728421 w 729153"/>
                  <a:gd name="connsiteY5" fmla="*/ 134059 h 482886"/>
                  <a:gd name="connsiteX6" fmla="*/ 729153 w 729153"/>
                  <a:gd name="connsiteY6" fmla="*/ 482886 h 482886"/>
                  <a:gd name="connsiteX7" fmla="*/ 605863 w 729153"/>
                  <a:gd name="connsiteY7" fmla="*/ 482886 h 482886"/>
                  <a:gd name="connsiteX8" fmla="*/ 605863 w 729153"/>
                  <a:gd name="connsiteY8" fmla="*/ 130738 h 482886"/>
                  <a:gd name="connsiteX9" fmla="*/ 423729 w 729153"/>
                  <a:gd name="connsiteY9" fmla="*/ 130738 h 482886"/>
                  <a:gd name="connsiteX10" fmla="*/ 423729 w 729153"/>
                  <a:gd name="connsiteY10" fmla="*/ 482886 h 482886"/>
                  <a:gd name="connsiteX11" fmla="*/ 300439 w 729153"/>
                  <a:gd name="connsiteY11" fmla="*/ 482886 h 482886"/>
                  <a:gd name="connsiteX12" fmla="*/ 300439 w 729153"/>
                  <a:gd name="connsiteY12" fmla="*/ 130738 h 482886"/>
                  <a:gd name="connsiteX13" fmla="*/ 123290 w 729153"/>
                  <a:gd name="connsiteY13" fmla="*/ 130738 h 482886"/>
                  <a:gd name="connsiteX14" fmla="*/ 123290 w 729153"/>
                  <a:gd name="connsiteY14" fmla="*/ 482886 h 482886"/>
                  <a:gd name="connsiteX15" fmla="*/ 0 w 729153"/>
                  <a:gd name="connsiteY15" fmla="*/ 482886 h 482886"/>
                  <a:gd name="connsiteX16" fmla="*/ 0 w 729153"/>
                  <a:gd name="connsiteY16" fmla="*/ 0 h 482886"/>
                  <a:gd name="connsiteX0" fmla="*/ 0 w 729153"/>
                  <a:gd name="connsiteY0" fmla="*/ 20234 h 503120"/>
                  <a:gd name="connsiteX1" fmla="*/ 123290 w 729153"/>
                  <a:gd name="connsiteY1" fmla="*/ 20234 h 503120"/>
                  <a:gd name="connsiteX2" fmla="*/ 123290 w 729153"/>
                  <a:gd name="connsiteY2" fmla="*/ 61920 h 503120"/>
                  <a:gd name="connsiteX3" fmla="*/ 300439 w 729153"/>
                  <a:gd name="connsiteY3" fmla="*/ 20234 h 503120"/>
                  <a:gd name="connsiteX4" fmla="*/ 404350 w 729153"/>
                  <a:gd name="connsiteY4" fmla="*/ 125565 h 503120"/>
                  <a:gd name="connsiteX5" fmla="*/ 728421 w 729153"/>
                  <a:gd name="connsiteY5" fmla="*/ 154293 h 503120"/>
                  <a:gd name="connsiteX6" fmla="*/ 729153 w 729153"/>
                  <a:gd name="connsiteY6" fmla="*/ 503120 h 503120"/>
                  <a:gd name="connsiteX7" fmla="*/ 605863 w 729153"/>
                  <a:gd name="connsiteY7" fmla="*/ 503120 h 503120"/>
                  <a:gd name="connsiteX8" fmla="*/ 605863 w 729153"/>
                  <a:gd name="connsiteY8" fmla="*/ 150972 h 503120"/>
                  <a:gd name="connsiteX9" fmla="*/ 423729 w 729153"/>
                  <a:gd name="connsiteY9" fmla="*/ 150972 h 503120"/>
                  <a:gd name="connsiteX10" fmla="*/ 423729 w 729153"/>
                  <a:gd name="connsiteY10" fmla="*/ 503120 h 503120"/>
                  <a:gd name="connsiteX11" fmla="*/ 300439 w 729153"/>
                  <a:gd name="connsiteY11" fmla="*/ 503120 h 503120"/>
                  <a:gd name="connsiteX12" fmla="*/ 300439 w 729153"/>
                  <a:gd name="connsiteY12" fmla="*/ 150972 h 503120"/>
                  <a:gd name="connsiteX13" fmla="*/ 123290 w 729153"/>
                  <a:gd name="connsiteY13" fmla="*/ 150972 h 503120"/>
                  <a:gd name="connsiteX14" fmla="*/ 123290 w 729153"/>
                  <a:gd name="connsiteY14" fmla="*/ 503120 h 503120"/>
                  <a:gd name="connsiteX15" fmla="*/ 0 w 729153"/>
                  <a:gd name="connsiteY15" fmla="*/ 503120 h 503120"/>
                  <a:gd name="connsiteX16" fmla="*/ 0 w 729153"/>
                  <a:gd name="connsiteY16" fmla="*/ 20234 h 503120"/>
                  <a:gd name="connsiteX0" fmla="*/ 0 w 729153"/>
                  <a:gd name="connsiteY0" fmla="*/ 11956 h 494842"/>
                  <a:gd name="connsiteX1" fmla="*/ 123290 w 729153"/>
                  <a:gd name="connsiteY1" fmla="*/ 11956 h 494842"/>
                  <a:gd name="connsiteX2" fmla="*/ 123290 w 729153"/>
                  <a:gd name="connsiteY2" fmla="*/ 53642 h 494842"/>
                  <a:gd name="connsiteX3" fmla="*/ 300439 w 729153"/>
                  <a:gd name="connsiteY3" fmla="*/ 11956 h 494842"/>
                  <a:gd name="connsiteX4" fmla="*/ 404350 w 729153"/>
                  <a:gd name="connsiteY4" fmla="*/ 117287 h 494842"/>
                  <a:gd name="connsiteX5" fmla="*/ 728421 w 729153"/>
                  <a:gd name="connsiteY5" fmla="*/ 146015 h 494842"/>
                  <a:gd name="connsiteX6" fmla="*/ 729153 w 729153"/>
                  <a:gd name="connsiteY6" fmla="*/ 494842 h 494842"/>
                  <a:gd name="connsiteX7" fmla="*/ 605863 w 729153"/>
                  <a:gd name="connsiteY7" fmla="*/ 494842 h 494842"/>
                  <a:gd name="connsiteX8" fmla="*/ 605863 w 729153"/>
                  <a:gd name="connsiteY8" fmla="*/ 142694 h 494842"/>
                  <a:gd name="connsiteX9" fmla="*/ 423729 w 729153"/>
                  <a:gd name="connsiteY9" fmla="*/ 142694 h 494842"/>
                  <a:gd name="connsiteX10" fmla="*/ 423729 w 729153"/>
                  <a:gd name="connsiteY10" fmla="*/ 494842 h 494842"/>
                  <a:gd name="connsiteX11" fmla="*/ 300439 w 729153"/>
                  <a:gd name="connsiteY11" fmla="*/ 494842 h 494842"/>
                  <a:gd name="connsiteX12" fmla="*/ 300439 w 729153"/>
                  <a:gd name="connsiteY12" fmla="*/ 142694 h 494842"/>
                  <a:gd name="connsiteX13" fmla="*/ 123290 w 729153"/>
                  <a:gd name="connsiteY13" fmla="*/ 142694 h 494842"/>
                  <a:gd name="connsiteX14" fmla="*/ 123290 w 729153"/>
                  <a:gd name="connsiteY14" fmla="*/ 494842 h 494842"/>
                  <a:gd name="connsiteX15" fmla="*/ 0 w 729153"/>
                  <a:gd name="connsiteY15" fmla="*/ 494842 h 494842"/>
                  <a:gd name="connsiteX16" fmla="*/ 0 w 729153"/>
                  <a:gd name="connsiteY16" fmla="*/ 11956 h 494842"/>
                  <a:gd name="connsiteX0" fmla="*/ 0 w 729153"/>
                  <a:gd name="connsiteY0" fmla="*/ 2726 h 485612"/>
                  <a:gd name="connsiteX1" fmla="*/ 123290 w 729153"/>
                  <a:gd name="connsiteY1" fmla="*/ 2726 h 485612"/>
                  <a:gd name="connsiteX2" fmla="*/ 123290 w 729153"/>
                  <a:gd name="connsiteY2" fmla="*/ 44412 h 485612"/>
                  <a:gd name="connsiteX3" fmla="*/ 300439 w 729153"/>
                  <a:gd name="connsiteY3" fmla="*/ 2726 h 485612"/>
                  <a:gd name="connsiteX4" fmla="*/ 404350 w 729153"/>
                  <a:gd name="connsiteY4" fmla="*/ 108057 h 485612"/>
                  <a:gd name="connsiteX5" fmla="*/ 728421 w 729153"/>
                  <a:gd name="connsiteY5" fmla="*/ 136785 h 485612"/>
                  <a:gd name="connsiteX6" fmla="*/ 729153 w 729153"/>
                  <a:gd name="connsiteY6" fmla="*/ 485612 h 485612"/>
                  <a:gd name="connsiteX7" fmla="*/ 605863 w 729153"/>
                  <a:gd name="connsiteY7" fmla="*/ 485612 h 485612"/>
                  <a:gd name="connsiteX8" fmla="*/ 605863 w 729153"/>
                  <a:gd name="connsiteY8" fmla="*/ 133464 h 485612"/>
                  <a:gd name="connsiteX9" fmla="*/ 423729 w 729153"/>
                  <a:gd name="connsiteY9" fmla="*/ 133464 h 485612"/>
                  <a:gd name="connsiteX10" fmla="*/ 423729 w 729153"/>
                  <a:gd name="connsiteY10" fmla="*/ 485612 h 485612"/>
                  <a:gd name="connsiteX11" fmla="*/ 300439 w 729153"/>
                  <a:gd name="connsiteY11" fmla="*/ 485612 h 485612"/>
                  <a:gd name="connsiteX12" fmla="*/ 300439 w 729153"/>
                  <a:gd name="connsiteY12" fmla="*/ 133464 h 485612"/>
                  <a:gd name="connsiteX13" fmla="*/ 123290 w 729153"/>
                  <a:gd name="connsiteY13" fmla="*/ 133464 h 485612"/>
                  <a:gd name="connsiteX14" fmla="*/ 123290 w 729153"/>
                  <a:gd name="connsiteY14" fmla="*/ 485612 h 485612"/>
                  <a:gd name="connsiteX15" fmla="*/ 0 w 729153"/>
                  <a:gd name="connsiteY15" fmla="*/ 485612 h 485612"/>
                  <a:gd name="connsiteX16" fmla="*/ 0 w 729153"/>
                  <a:gd name="connsiteY16" fmla="*/ 2726 h 485612"/>
                  <a:gd name="connsiteX0" fmla="*/ 0 w 729153"/>
                  <a:gd name="connsiteY0" fmla="*/ 16627 h 499513"/>
                  <a:gd name="connsiteX1" fmla="*/ 123290 w 729153"/>
                  <a:gd name="connsiteY1" fmla="*/ 16627 h 499513"/>
                  <a:gd name="connsiteX2" fmla="*/ 123290 w 729153"/>
                  <a:gd name="connsiteY2" fmla="*/ 58313 h 499513"/>
                  <a:gd name="connsiteX3" fmla="*/ 300439 w 729153"/>
                  <a:gd name="connsiteY3" fmla="*/ 16627 h 499513"/>
                  <a:gd name="connsiteX4" fmla="*/ 404350 w 729153"/>
                  <a:gd name="connsiteY4" fmla="*/ 121958 h 499513"/>
                  <a:gd name="connsiteX5" fmla="*/ 728421 w 729153"/>
                  <a:gd name="connsiteY5" fmla="*/ 150686 h 499513"/>
                  <a:gd name="connsiteX6" fmla="*/ 729153 w 729153"/>
                  <a:gd name="connsiteY6" fmla="*/ 499513 h 499513"/>
                  <a:gd name="connsiteX7" fmla="*/ 605863 w 729153"/>
                  <a:gd name="connsiteY7" fmla="*/ 499513 h 499513"/>
                  <a:gd name="connsiteX8" fmla="*/ 605863 w 729153"/>
                  <a:gd name="connsiteY8" fmla="*/ 147365 h 499513"/>
                  <a:gd name="connsiteX9" fmla="*/ 423729 w 729153"/>
                  <a:gd name="connsiteY9" fmla="*/ 147365 h 499513"/>
                  <a:gd name="connsiteX10" fmla="*/ 423729 w 729153"/>
                  <a:gd name="connsiteY10" fmla="*/ 499513 h 499513"/>
                  <a:gd name="connsiteX11" fmla="*/ 300439 w 729153"/>
                  <a:gd name="connsiteY11" fmla="*/ 499513 h 499513"/>
                  <a:gd name="connsiteX12" fmla="*/ 300439 w 729153"/>
                  <a:gd name="connsiteY12" fmla="*/ 147365 h 499513"/>
                  <a:gd name="connsiteX13" fmla="*/ 123290 w 729153"/>
                  <a:gd name="connsiteY13" fmla="*/ 147365 h 499513"/>
                  <a:gd name="connsiteX14" fmla="*/ 123290 w 729153"/>
                  <a:gd name="connsiteY14" fmla="*/ 499513 h 499513"/>
                  <a:gd name="connsiteX15" fmla="*/ 0 w 729153"/>
                  <a:gd name="connsiteY15" fmla="*/ 499513 h 499513"/>
                  <a:gd name="connsiteX16" fmla="*/ 0 w 729153"/>
                  <a:gd name="connsiteY16" fmla="*/ 16627 h 499513"/>
                  <a:gd name="connsiteX0" fmla="*/ 0 w 729153"/>
                  <a:gd name="connsiteY0" fmla="*/ 16627 h 499513"/>
                  <a:gd name="connsiteX1" fmla="*/ 123290 w 729153"/>
                  <a:gd name="connsiteY1" fmla="*/ 16627 h 499513"/>
                  <a:gd name="connsiteX2" fmla="*/ 123290 w 729153"/>
                  <a:gd name="connsiteY2" fmla="*/ 58313 h 499513"/>
                  <a:gd name="connsiteX3" fmla="*/ 404350 w 729153"/>
                  <a:gd name="connsiteY3" fmla="*/ 121958 h 499513"/>
                  <a:gd name="connsiteX4" fmla="*/ 728421 w 729153"/>
                  <a:gd name="connsiteY4" fmla="*/ 150686 h 499513"/>
                  <a:gd name="connsiteX5" fmla="*/ 729153 w 729153"/>
                  <a:gd name="connsiteY5" fmla="*/ 499513 h 499513"/>
                  <a:gd name="connsiteX6" fmla="*/ 605863 w 729153"/>
                  <a:gd name="connsiteY6" fmla="*/ 499513 h 499513"/>
                  <a:gd name="connsiteX7" fmla="*/ 605863 w 729153"/>
                  <a:gd name="connsiteY7" fmla="*/ 147365 h 499513"/>
                  <a:gd name="connsiteX8" fmla="*/ 423729 w 729153"/>
                  <a:gd name="connsiteY8" fmla="*/ 147365 h 499513"/>
                  <a:gd name="connsiteX9" fmla="*/ 423729 w 729153"/>
                  <a:gd name="connsiteY9" fmla="*/ 499513 h 499513"/>
                  <a:gd name="connsiteX10" fmla="*/ 300439 w 729153"/>
                  <a:gd name="connsiteY10" fmla="*/ 499513 h 499513"/>
                  <a:gd name="connsiteX11" fmla="*/ 300439 w 729153"/>
                  <a:gd name="connsiteY11" fmla="*/ 147365 h 499513"/>
                  <a:gd name="connsiteX12" fmla="*/ 123290 w 729153"/>
                  <a:gd name="connsiteY12" fmla="*/ 147365 h 499513"/>
                  <a:gd name="connsiteX13" fmla="*/ 123290 w 729153"/>
                  <a:gd name="connsiteY13" fmla="*/ 499513 h 499513"/>
                  <a:gd name="connsiteX14" fmla="*/ 0 w 729153"/>
                  <a:gd name="connsiteY14" fmla="*/ 499513 h 499513"/>
                  <a:gd name="connsiteX15" fmla="*/ 0 w 729153"/>
                  <a:gd name="connsiteY15" fmla="*/ 16627 h 499513"/>
                  <a:gd name="connsiteX0" fmla="*/ 0 w 729153"/>
                  <a:gd name="connsiteY0" fmla="*/ 16627 h 499513"/>
                  <a:gd name="connsiteX1" fmla="*/ 123290 w 729153"/>
                  <a:gd name="connsiteY1" fmla="*/ 16627 h 499513"/>
                  <a:gd name="connsiteX2" fmla="*/ 123290 w 729153"/>
                  <a:gd name="connsiteY2" fmla="*/ 58313 h 499513"/>
                  <a:gd name="connsiteX3" fmla="*/ 404350 w 729153"/>
                  <a:gd name="connsiteY3" fmla="*/ 121958 h 499513"/>
                  <a:gd name="connsiteX4" fmla="*/ 728421 w 729153"/>
                  <a:gd name="connsiteY4" fmla="*/ 150686 h 499513"/>
                  <a:gd name="connsiteX5" fmla="*/ 729153 w 729153"/>
                  <a:gd name="connsiteY5" fmla="*/ 499513 h 499513"/>
                  <a:gd name="connsiteX6" fmla="*/ 605863 w 729153"/>
                  <a:gd name="connsiteY6" fmla="*/ 499513 h 499513"/>
                  <a:gd name="connsiteX7" fmla="*/ 605863 w 729153"/>
                  <a:gd name="connsiteY7" fmla="*/ 147365 h 499513"/>
                  <a:gd name="connsiteX8" fmla="*/ 423729 w 729153"/>
                  <a:gd name="connsiteY8" fmla="*/ 147365 h 499513"/>
                  <a:gd name="connsiteX9" fmla="*/ 423729 w 729153"/>
                  <a:gd name="connsiteY9" fmla="*/ 499513 h 499513"/>
                  <a:gd name="connsiteX10" fmla="*/ 300439 w 729153"/>
                  <a:gd name="connsiteY10" fmla="*/ 499513 h 499513"/>
                  <a:gd name="connsiteX11" fmla="*/ 300439 w 729153"/>
                  <a:gd name="connsiteY11" fmla="*/ 147365 h 499513"/>
                  <a:gd name="connsiteX12" fmla="*/ 123290 w 729153"/>
                  <a:gd name="connsiteY12" fmla="*/ 147365 h 499513"/>
                  <a:gd name="connsiteX13" fmla="*/ 123290 w 729153"/>
                  <a:gd name="connsiteY13" fmla="*/ 499513 h 499513"/>
                  <a:gd name="connsiteX14" fmla="*/ 0 w 729153"/>
                  <a:gd name="connsiteY14" fmla="*/ 499513 h 499513"/>
                  <a:gd name="connsiteX15" fmla="*/ 0 w 729153"/>
                  <a:gd name="connsiteY15" fmla="*/ 16627 h 499513"/>
                  <a:gd name="connsiteX0" fmla="*/ 0 w 729153"/>
                  <a:gd name="connsiteY0" fmla="*/ 16627 h 499513"/>
                  <a:gd name="connsiteX1" fmla="*/ 123290 w 729153"/>
                  <a:gd name="connsiteY1" fmla="*/ 16627 h 499513"/>
                  <a:gd name="connsiteX2" fmla="*/ 123290 w 729153"/>
                  <a:gd name="connsiteY2" fmla="*/ 58313 h 499513"/>
                  <a:gd name="connsiteX3" fmla="*/ 404350 w 729153"/>
                  <a:gd name="connsiteY3" fmla="*/ 121958 h 499513"/>
                  <a:gd name="connsiteX4" fmla="*/ 728421 w 729153"/>
                  <a:gd name="connsiteY4" fmla="*/ 150686 h 499513"/>
                  <a:gd name="connsiteX5" fmla="*/ 729153 w 729153"/>
                  <a:gd name="connsiteY5" fmla="*/ 499513 h 499513"/>
                  <a:gd name="connsiteX6" fmla="*/ 605863 w 729153"/>
                  <a:gd name="connsiteY6" fmla="*/ 499513 h 499513"/>
                  <a:gd name="connsiteX7" fmla="*/ 605863 w 729153"/>
                  <a:gd name="connsiteY7" fmla="*/ 147365 h 499513"/>
                  <a:gd name="connsiteX8" fmla="*/ 423729 w 729153"/>
                  <a:gd name="connsiteY8" fmla="*/ 147365 h 499513"/>
                  <a:gd name="connsiteX9" fmla="*/ 423729 w 729153"/>
                  <a:gd name="connsiteY9" fmla="*/ 499513 h 499513"/>
                  <a:gd name="connsiteX10" fmla="*/ 300439 w 729153"/>
                  <a:gd name="connsiteY10" fmla="*/ 499513 h 499513"/>
                  <a:gd name="connsiteX11" fmla="*/ 300439 w 729153"/>
                  <a:gd name="connsiteY11" fmla="*/ 147365 h 499513"/>
                  <a:gd name="connsiteX12" fmla="*/ 123290 w 729153"/>
                  <a:gd name="connsiteY12" fmla="*/ 147365 h 499513"/>
                  <a:gd name="connsiteX13" fmla="*/ 123290 w 729153"/>
                  <a:gd name="connsiteY13" fmla="*/ 499513 h 499513"/>
                  <a:gd name="connsiteX14" fmla="*/ 0 w 729153"/>
                  <a:gd name="connsiteY14" fmla="*/ 499513 h 499513"/>
                  <a:gd name="connsiteX15" fmla="*/ 0 w 729153"/>
                  <a:gd name="connsiteY15" fmla="*/ 16627 h 499513"/>
                  <a:gd name="connsiteX0" fmla="*/ 0 w 729153"/>
                  <a:gd name="connsiteY0" fmla="*/ 16627 h 499513"/>
                  <a:gd name="connsiteX1" fmla="*/ 123290 w 729153"/>
                  <a:gd name="connsiteY1" fmla="*/ 16627 h 499513"/>
                  <a:gd name="connsiteX2" fmla="*/ 123290 w 729153"/>
                  <a:gd name="connsiteY2" fmla="*/ 58313 h 499513"/>
                  <a:gd name="connsiteX3" fmla="*/ 404350 w 729153"/>
                  <a:gd name="connsiteY3" fmla="*/ 121958 h 499513"/>
                  <a:gd name="connsiteX4" fmla="*/ 728421 w 729153"/>
                  <a:gd name="connsiteY4" fmla="*/ 150686 h 499513"/>
                  <a:gd name="connsiteX5" fmla="*/ 729153 w 729153"/>
                  <a:gd name="connsiteY5" fmla="*/ 499513 h 499513"/>
                  <a:gd name="connsiteX6" fmla="*/ 605863 w 729153"/>
                  <a:gd name="connsiteY6" fmla="*/ 499513 h 499513"/>
                  <a:gd name="connsiteX7" fmla="*/ 605863 w 729153"/>
                  <a:gd name="connsiteY7" fmla="*/ 147365 h 499513"/>
                  <a:gd name="connsiteX8" fmla="*/ 423729 w 729153"/>
                  <a:gd name="connsiteY8" fmla="*/ 147365 h 499513"/>
                  <a:gd name="connsiteX9" fmla="*/ 423729 w 729153"/>
                  <a:gd name="connsiteY9" fmla="*/ 499513 h 499513"/>
                  <a:gd name="connsiteX10" fmla="*/ 300439 w 729153"/>
                  <a:gd name="connsiteY10" fmla="*/ 499513 h 499513"/>
                  <a:gd name="connsiteX11" fmla="*/ 300439 w 729153"/>
                  <a:gd name="connsiteY11" fmla="*/ 147365 h 499513"/>
                  <a:gd name="connsiteX12" fmla="*/ 123290 w 729153"/>
                  <a:gd name="connsiteY12" fmla="*/ 147365 h 499513"/>
                  <a:gd name="connsiteX13" fmla="*/ 123290 w 729153"/>
                  <a:gd name="connsiteY13" fmla="*/ 499513 h 499513"/>
                  <a:gd name="connsiteX14" fmla="*/ 0 w 729153"/>
                  <a:gd name="connsiteY14" fmla="*/ 499513 h 499513"/>
                  <a:gd name="connsiteX15" fmla="*/ 0 w 729153"/>
                  <a:gd name="connsiteY15" fmla="*/ 16627 h 499513"/>
                  <a:gd name="connsiteX0" fmla="*/ 0 w 729153"/>
                  <a:gd name="connsiteY0" fmla="*/ 16627 h 499513"/>
                  <a:gd name="connsiteX1" fmla="*/ 123290 w 729153"/>
                  <a:gd name="connsiteY1" fmla="*/ 16627 h 499513"/>
                  <a:gd name="connsiteX2" fmla="*/ 123290 w 729153"/>
                  <a:gd name="connsiteY2" fmla="*/ 58313 h 499513"/>
                  <a:gd name="connsiteX3" fmla="*/ 404350 w 729153"/>
                  <a:gd name="connsiteY3" fmla="*/ 121958 h 499513"/>
                  <a:gd name="connsiteX4" fmla="*/ 728421 w 729153"/>
                  <a:gd name="connsiteY4" fmla="*/ 150686 h 499513"/>
                  <a:gd name="connsiteX5" fmla="*/ 729153 w 729153"/>
                  <a:gd name="connsiteY5" fmla="*/ 499513 h 499513"/>
                  <a:gd name="connsiteX6" fmla="*/ 605863 w 729153"/>
                  <a:gd name="connsiteY6" fmla="*/ 499513 h 499513"/>
                  <a:gd name="connsiteX7" fmla="*/ 605863 w 729153"/>
                  <a:gd name="connsiteY7" fmla="*/ 147365 h 499513"/>
                  <a:gd name="connsiteX8" fmla="*/ 423729 w 729153"/>
                  <a:gd name="connsiteY8" fmla="*/ 147365 h 499513"/>
                  <a:gd name="connsiteX9" fmla="*/ 423729 w 729153"/>
                  <a:gd name="connsiteY9" fmla="*/ 499513 h 499513"/>
                  <a:gd name="connsiteX10" fmla="*/ 300439 w 729153"/>
                  <a:gd name="connsiteY10" fmla="*/ 499513 h 499513"/>
                  <a:gd name="connsiteX11" fmla="*/ 300439 w 729153"/>
                  <a:gd name="connsiteY11" fmla="*/ 147365 h 499513"/>
                  <a:gd name="connsiteX12" fmla="*/ 123290 w 729153"/>
                  <a:gd name="connsiteY12" fmla="*/ 147365 h 499513"/>
                  <a:gd name="connsiteX13" fmla="*/ 123290 w 729153"/>
                  <a:gd name="connsiteY13" fmla="*/ 499513 h 499513"/>
                  <a:gd name="connsiteX14" fmla="*/ 0 w 729153"/>
                  <a:gd name="connsiteY14" fmla="*/ 499513 h 499513"/>
                  <a:gd name="connsiteX15" fmla="*/ 0 w 729153"/>
                  <a:gd name="connsiteY15" fmla="*/ 16627 h 499513"/>
                  <a:gd name="connsiteX0" fmla="*/ 0 w 729153"/>
                  <a:gd name="connsiteY0" fmla="*/ 16627 h 499513"/>
                  <a:gd name="connsiteX1" fmla="*/ 123290 w 729153"/>
                  <a:gd name="connsiteY1" fmla="*/ 16627 h 499513"/>
                  <a:gd name="connsiteX2" fmla="*/ 123290 w 729153"/>
                  <a:gd name="connsiteY2" fmla="*/ 58313 h 499513"/>
                  <a:gd name="connsiteX3" fmla="*/ 404350 w 729153"/>
                  <a:gd name="connsiteY3" fmla="*/ 121958 h 499513"/>
                  <a:gd name="connsiteX4" fmla="*/ 728421 w 729153"/>
                  <a:gd name="connsiteY4" fmla="*/ 150686 h 499513"/>
                  <a:gd name="connsiteX5" fmla="*/ 729153 w 729153"/>
                  <a:gd name="connsiteY5" fmla="*/ 499513 h 499513"/>
                  <a:gd name="connsiteX6" fmla="*/ 605863 w 729153"/>
                  <a:gd name="connsiteY6" fmla="*/ 499513 h 499513"/>
                  <a:gd name="connsiteX7" fmla="*/ 605863 w 729153"/>
                  <a:gd name="connsiteY7" fmla="*/ 147365 h 499513"/>
                  <a:gd name="connsiteX8" fmla="*/ 423729 w 729153"/>
                  <a:gd name="connsiteY8" fmla="*/ 147365 h 499513"/>
                  <a:gd name="connsiteX9" fmla="*/ 423729 w 729153"/>
                  <a:gd name="connsiteY9" fmla="*/ 499513 h 499513"/>
                  <a:gd name="connsiteX10" fmla="*/ 300439 w 729153"/>
                  <a:gd name="connsiteY10" fmla="*/ 499513 h 499513"/>
                  <a:gd name="connsiteX11" fmla="*/ 300439 w 729153"/>
                  <a:gd name="connsiteY11" fmla="*/ 147365 h 499513"/>
                  <a:gd name="connsiteX12" fmla="*/ 123290 w 729153"/>
                  <a:gd name="connsiteY12" fmla="*/ 147365 h 499513"/>
                  <a:gd name="connsiteX13" fmla="*/ 123290 w 729153"/>
                  <a:gd name="connsiteY13" fmla="*/ 499513 h 499513"/>
                  <a:gd name="connsiteX14" fmla="*/ 0 w 729153"/>
                  <a:gd name="connsiteY14" fmla="*/ 499513 h 499513"/>
                  <a:gd name="connsiteX15" fmla="*/ 0 w 729153"/>
                  <a:gd name="connsiteY15" fmla="*/ 16627 h 499513"/>
                  <a:gd name="connsiteX0" fmla="*/ 0 w 729153"/>
                  <a:gd name="connsiteY0" fmla="*/ 16627 h 499513"/>
                  <a:gd name="connsiteX1" fmla="*/ 123290 w 729153"/>
                  <a:gd name="connsiteY1" fmla="*/ 16627 h 499513"/>
                  <a:gd name="connsiteX2" fmla="*/ 123290 w 729153"/>
                  <a:gd name="connsiteY2" fmla="*/ 58313 h 499513"/>
                  <a:gd name="connsiteX3" fmla="*/ 404350 w 729153"/>
                  <a:gd name="connsiteY3" fmla="*/ 121958 h 499513"/>
                  <a:gd name="connsiteX4" fmla="*/ 728421 w 729153"/>
                  <a:gd name="connsiteY4" fmla="*/ 150686 h 499513"/>
                  <a:gd name="connsiteX5" fmla="*/ 729153 w 729153"/>
                  <a:gd name="connsiteY5" fmla="*/ 499513 h 499513"/>
                  <a:gd name="connsiteX6" fmla="*/ 605863 w 729153"/>
                  <a:gd name="connsiteY6" fmla="*/ 499513 h 499513"/>
                  <a:gd name="connsiteX7" fmla="*/ 605863 w 729153"/>
                  <a:gd name="connsiteY7" fmla="*/ 147365 h 499513"/>
                  <a:gd name="connsiteX8" fmla="*/ 423729 w 729153"/>
                  <a:gd name="connsiteY8" fmla="*/ 147365 h 499513"/>
                  <a:gd name="connsiteX9" fmla="*/ 423729 w 729153"/>
                  <a:gd name="connsiteY9" fmla="*/ 499513 h 499513"/>
                  <a:gd name="connsiteX10" fmla="*/ 300439 w 729153"/>
                  <a:gd name="connsiteY10" fmla="*/ 499513 h 499513"/>
                  <a:gd name="connsiteX11" fmla="*/ 300439 w 729153"/>
                  <a:gd name="connsiteY11" fmla="*/ 147365 h 499513"/>
                  <a:gd name="connsiteX12" fmla="*/ 123290 w 729153"/>
                  <a:gd name="connsiteY12" fmla="*/ 147365 h 499513"/>
                  <a:gd name="connsiteX13" fmla="*/ 123290 w 729153"/>
                  <a:gd name="connsiteY13" fmla="*/ 499513 h 499513"/>
                  <a:gd name="connsiteX14" fmla="*/ 0 w 729153"/>
                  <a:gd name="connsiteY14" fmla="*/ 499513 h 499513"/>
                  <a:gd name="connsiteX15" fmla="*/ 0 w 729153"/>
                  <a:gd name="connsiteY15" fmla="*/ 16627 h 499513"/>
                  <a:gd name="connsiteX0" fmla="*/ 0 w 729153"/>
                  <a:gd name="connsiteY0" fmla="*/ 16627 h 499513"/>
                  <a:gd name="connsiteX1" fmla="*/ 123290 w 729153"/>
                  <a:gd name="connsiteY1" fmla="*/ 16627 h 499513"/>
                  <a:gd name="connsiteX2" fmla="*/ 123290 w 729153"/>
                  <a:gd name="connsiteY2" fmla="*/ 58313 h 499513"/>
                  <a:gd name="connsiteX3" fmla="*/ 404350 w 729153"/>
                  <a:gd name="connsiteY3" fmla="*/ 121958 h 499513"/>
                  <a:gd name="connsiteX4" fmla="*/ 728421 w 729153"/>
                  <a:gd name="connsiteY4" fmla="*/ 150686 h 499513"/>
                  <a:gd name="connsiteX5" fmla="*/ 729153 w 729153"/>
                  <a:gd name="connsiteY5" fmla="*/ 499513 h 499513"/>
                  <a:gd name="connsiteX6" fmla="*/ 605863 w 729153"/>
                  <a:gd name="connsiteY6" fmla="*/ 499513 h 499513"/>
                  <a:gd name="connsiteX7" fmla="*/ 605863 w 729153"/>
                  <a:gd name="connsiteY7" fmla="*/ 147365 h 499513"/>
                  <a:gd name="connsiteX8" fmla="*/ 423729 w 729153"/>
                  <a:gd name="connsiteY8" fmla="*/ 147365 h 499513"/>
                  <a:gd name="connsiteX9" fmla="*/ 423729 w 729153"/>
                  <a:gd name="connsiteY9" fmla="*/ 499513 h 499513"/>
                  <a:gd name="connsiteX10" fmla="*/ 300439 w 729153"/>
                  <a:gd name="connsiteY10" fmla="*/ 499513 h 499513"/>
                  <a:gd name="connsiteX11" fmla="*/ 300439 w 729153"/>
                  <a:gd name="connsiteY11" fmla="*/ 147365 h 499513"/>
                  <a:gd name="connsiteX12" fmla="*/ 123290 w 729153"/>
                  <a:gd name="connsiteY12" fmla="*/ 147365 h 499513"/>
                  <a:gd name="connsiteX13" fmla="*/ 123290 w 729153"/>
                  <a:gd name="connsiteY13" fmla="*/ 499513 h 499513"/>
                  <a:gd name="connsiteX14" fmla="*/ 0 w 729153"/>
                  <a:gd name="connsiteY14" fmla="*/ 499513 h 499513"/>
                  <a:gd name="connsiteX15" fmla="*/ 0 w 729153"/>
                  <a:gd name="connsiteY15" fmla="*/ 16627 h 499513"/>
                  <a:gd name="connsiteX0" fmla="*/ 0 w 729153"/>
                  <a:gd name="connsiteY0" fmla="*/ 15353 h 498239"/>
                  <a:gd name="connsiteX1" fmla="*/ 123290 w 729153"/>
                  <a:gd name="connsiteY1" fmla="*/ 15353 h 498239"/>
                  <a:gd name="connsiteX2" fmla="*/ 123290 w 729153"/>
                  <a:gd name="connsiteY2" fmla="*/ 57039 h 498239"/>
                  <a:gd name="connsiteX3" fmla="*/ 404350 w 729153"/>
                  <a:gd name="connsiteY3" fmla="*/ 120684 h 498239"/>
                  <a:gd name="connsiteX4" fmla="*/ 728421 w 729153"/>
                  <a:gd name="connsiteY4" fmla="*/ 149412 h 498239"/>
                  <a:gd name="connsiteX5" fmla="*/ 729153 w 729153"/>
                  <a:gd name="connsiteY5" fmla="*/ 498239 h 498239"/>
                  <a:gd name="connsiteX6" fmla="*/ 605863 w 729153"/>
                  <a:gd name="connsiteY6" fmla="*/ 498239 h 498239"/>
                  <a:gd name="connsiteX7" fmla="*/ 605863 w 729153"/>
                  <a:gd name="connsiteY7" fmla="*/ 146091 h 498239"/>
                  <a:gd name="connsiteX8" fmla="*/ 423729 w 729153"/>
                  <a:gd name="connsiteY8" fmla="*/ 146091 h 498239"/>
                  <a:gd name="connsiteX9" fmla="*/ 423729 w 729153"/>
                  <a:gd name="connsiteY9" fmla="*/ 498239 h 498239"/>
                  <a:gd name="connsiteX10" fmla="*/ 300439 w 729153"/>
                  <a:gd name="connsiteY10" fmla="*/ 498239 h 498239"/>
                  <a:gd name="connsiteX11" fmla="*/ 300439 w 729153"/>
                  <a:gd name="connsiteY11" fmla="*/ 146091 h 498239"/>
                  <a:gd name="connsiteX12" fmla="*/ 123290 w 729153"/>
                  <a:gd name="connsiteY12" fmla="*/ 146091 h 498239"/>
                  <a:gd name="connsiteX13" fmla="*/ 123290 w 729153"/>
                  <a:gd name="connsiteY13" fmla="*/ 498239 h 498239"/>
                  <a:gd name="connsiteX14" fmla="*/ 0 w 729153"/>
                  <a:gd name="connsiteY14" fmla="*/ 498239 h 498239"/>
                  <a:gd name="connsiteX15" fmla="*/ 0 w 729153"/>
                  <a:gd name="connsiteY15" fmla="*/ 15353 h 498239"/>
                  <a:gd name="connsiteX0" fmla="*/ 0 w 729153"/>
                  <a:gd name="connsiteY0" fmla="*/ 15655 h 498541"/>
                  <a:gd name="connsiteX1" fmla="*/ 123290 w 729153"/>
                  <a:gd name="connsiteY1" fmla="*/ 15655 h 498541"/>
                  <a:gd name="connsiteX2" fmla="*/ 123290 w 729153"/>
                  <a:gd name="connsiteY2" fmla="*/ 57341 h 498541"/>
                  <a:gd name="connsiteX3" fmla="*/ 404350 w 729153"/>
                  <a:gd name="connsiteY3" fmla="*/ 120986 h 498541"/>
                  <a:gd name="connsiteX4" fmla="*/ 728421 w 729153"/>
                  <a:gd name="connsiteY4" fmla="*/ 149714 h 498541"/>
                  <a:gd name="connsiteX5" fmla="*/ 729153 w 729153"/>
                  <a:gd name="connsiteY5" fmla="*/ 498541 h 498541"/>
                  <a:gd name="connsiteX6" fmla="*/ 605863 w 729153"/>
                  <a:gd name="connsiteY6" fmla="*/ 498541 h 498541"/>
                  <a:gd name="connsiteX7" fmla="*/ 605863 w 729153"/>
                  <a:gd name="connsiteY7" fmla="*/ 146393 h 498541"/>
                  <a:gd name="connsiteX8" fmla="*/ 423729 w 729153"/>
                  <a:gd name="connsiteY8" fmla="*/ 146393 h 498541"/>
                  <a:gd name="connsiteX9" fmla="*/ 423729 w 729153"/>
                  <a:gd name="connsiteY9" fmla="*/ 498541 h 498541"/>
                  <a:gd name="connsiteX10" fmla="*/ 300439 w 729153"/>
                  <a:gd name="connsiteY10" fmla="*/ 498541 h 498541"/>
                  <a:gd name="connsiteX11" fmla="*/ 300439 w 729153"/>
                  <a:gd name="connsiteY11" fmla="*/ 146393 h 498541"/>
                  <a:gd name="connsiteX12" fmla="*/ 123290 w 729153"/>
                  <a:gd name="connsiteY12" fmla="*/ 146393 h 498541"/>
                  <a:gd name="connsiteX13" fmla="*/ 123290 w 729153"/>
                  <a:gd name="connsiteY13" fmla="*/ 498541 h 498541"/>
                  <a:gd name="connsiteX14" fmla="*/ 0 w 729153"/>
                  <a:gd name="connsiteY14" fmla="*/ 498541 h 498541"/>
                  <a:gd name="connsiteX15" fmla="*/ 0 w 729153"/>
                  <a:gd name="connsiteY15" fmla="*/ 15655 h 498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9153" h="498541">
                    <a:moveTo>
                      <a:pt x="0" y="15655"/>
                    </a:moveTo>
                    <a:lnTo>
                      <a:pt x="123290" y="15655"/>
                    </a:lnTo>
                    <a:lnTo>
                      <a:pt x="123290" y="57341"/>
                    </a:lnTo>
                    <a:cubicBezTo>
                      <a:pt x="148519" y="27212"/>
                      <a:pt x="349781" y="-83598"/>
                      <a:pt x="404350" y="120986"/>
                    </a:cubicBezTo>
                    <a:cubicBezTo>
                      <a:pt x="417022" y="-6354"/>
                      <a:pt x="730418" y="-82349"/>
                      <a:pt x="728421" y="149714"/>
                    </a:cubicBezTo>
                    <a:lnTo>
                      <a:pt x="729153" y="498541"/>
                    </a:lnTo>
                    <a:lnTo>
                      <a:pt x="605863" y="498541"/>
                    </a:lnTo>
                    <a:lnTo>
                      <a:pt x="605863" y="146393"/>
                    </a:lnTo>
                    <a:cubicBezTo>
                      <a:pt x="589161" y="97495"/>
                      <a:pt x="496665" y="55931"/>
                      <a:pt x="423729" y="146393"/>
                    </a:cubicBezTo>
                    <a:lnTo>
                      <a:pt x="423729" y="498541"/>
                    </a:lnTo>
                    <a:lnTo>
                      <a:pt x="300439" y="498541"/>
                    </a:lnTo>
                    <a:lnTo>
                      <a:pt x="300439" y="146393"/>
                    </a:lnTo>
                    <a:cubicBezTo>
                      <a:pt x="229164" y="55931"/>
                      <a:pt x="143221" y="126834"/>
                      <a:pt x="123290" y="146393"/>
                    </a:cubicBezTo>
                    <a:lnTo>
                      <a:pt x="123290" y="498541"/>
                    </a:lnTo>
                    <a:lnTo>
                      <a:pt x="0" y="498541"/>
                    </a:lnTo>
                    <a:lnTo>
                      <a:pt x="0" y="1565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12" name="Freeform 6">
                <a:extLst>
                  <a:ext uri="{FF2B5EF4-FFF2-40B4-BE49-F238E27FC236}">
                    <a16:creationId xmlns:a16="http://schemas.microsoft.com/office/drawing/2014/main" id="{D9CA7211-9440-49A8-AA23-2D16DDC7C93B}"/>
                  </a:ext>
                </a:extLst>
              </p:cNvPr>
              <p:cNvSpPr/>
              <p:nvPr userDrawn="1"/>
            </p:nvSpPr>
            <p:spPr>
              <a:xfrm>
                <a:off x="5435293" y="-838818"/>
                <a:ext cx="448377" cy="657375"/>
              </a:xfrm>
              <a:custGeom>
                <a:avLst/>
                <a:gdLst>
                  <a:gd name="connsiteX0" fmla="*/ 0 w 448375"/>
                  <a:gd name="connsiteY0" fmla="*/ 0 h 657376"/>
                  <a:gd name="connsiteX1" fmla="*/ 115371 w 448375"/>
                  <a:gd name="connsiteY1" fmla="*/ 0 h 657376"/>
                  <a:gd name="connsiteX2" fmla="*/ 115371 w 448375"/>
                  <a:gd name="connsiteY2" fmla="*/ 383261 h 657376"/>
                  <a:gd name="connsiteX3" fmla="*/ 317015 w 448375"/>
                  <a:gd name="connsiteY3" fmla="*/ 181617 h 657376"/>
                  <a:gd name="connsiteX4" fmla="*/ 436781 w 448375"/>
                  <a:gd name="connsiteY4" fmla="*/ 181617 h 657376"/>
                  <a:gd name="connsiteX5" fmla="*/ 276472 w 448375"/>
                  <a:gd name="connsiteY5" fmla="*/ 341927 h 657376"/>
                  <a:gd name="connsiteX6" fmla="*/ 448375 w 448375"/>
                  <a:gd name="connsiteY6" fmla="*/ 648758 h 657376"/>
                  <a:gd name="connsiteX7" fmla="*/ 349089 w 448375"/>
                  <a:gd name="connsiteY7" fmla="*/ 648758 h 657376"/>
                  <a:gd name="connsiteX8" fmla="*/ 252756 w 448375"/>
                  <a:gd name="connsiteY8" fmla="*/ 476814 h 657376"/>
                  <a:gd name="connsiteX9" fmla="*/ 252756 w 448375"/>
                  <a:gd name="connsiteY9" fmla="*/ 365642 h 657376"/>
                  <a:gd name="connsiteX10" fmla="*/ 115371 w 448375"/>
                  <a:gd name="connsiteY10" fmla="*/ 503027 h 657376"/>
                  <a:gd name="connsiteX11" fmla="*/ 115371 w 448375"/>
                  <a:gd name="connsiteY11" fmla="*/ 657376 h 657376"/>
                  <a:gd name="connsiteX12" fmla="*/ 0 w 448375"/>
                  <a:gd name="connsiteY12" fmla="*/ 657376 h 65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8375" h="657376">
                    <a:moveTo>
                      <a:pt x="0" y="0"/>
                    </a:moveTo>
                    <a:lnTo>
                      <a:pt x="115371" y="0"/>
                    </a:lnTo>
                    <a:lnTo>
                      <a:pt x="115371" y="383261"/>
                    </a:lnTo>
                    <a:lnTo>
                      <a:pt x="317015" y="181617"/>
                    </a:lnTo>
                    <a:lnTo>
                      <a:pt x="436781" y="181617"/>
                    </a:lnTo>
                    <a:lnTo>
                      <a:pt x="276472" y="341927"/>
                    </a:lnTo>
                    <a:lnTo>
                      <a:pt x="448375" y="648758"/>
                    </a:lnTo>
                    <a:lnTo>
                      <a:pt x="349089" y="648758"/>
                    </a:lnTo>
                    <a:lnTo>
                      <a:pt x="252756" y="476814"/>
                    </a:lnTo>
                    <a:lnTo>
                      <a:pt x="252756" y="365642"/>
                    </a:lnTo>
                    <a:lnTo>
                      <a:pt x="115371" y="503027"/>
                    </a:lnTo>
                    <a:lnTo>
                      <a:pt x="115371" y="657376"/>
                    </a:lnTo>
                    <a:lnTo>
                      <a:pt x="0" y="65737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solidFill>
                    <a:schemeClr val="tx1"/>
                  </a:solidFill>
                </a:endParaRPr>
              </a:p>
            </p:txBody>
          </p:sp>
          <p:sp>
            <p:nvSpPr>
              <p:cNvPr id="13" name="Freeform 7">
                <a:extLst>
                  <a:ext uri="{FF2B5EF4-FFF2-40B4-BE49-F238E27FC236}">
                    <a16:creationId xmlns:a16="http://schemas.microsoft.com/office/drawing/2014/main" id="{C262FD1D-69C2-4F58-A9C7-BABE4D67BD0C}"/>
                  </a:ext>
                </a:extLst>
              </p:cNvPr>
              <p:cNvSpPr/>
              <p:nvPr userDrawn="1"/>
            </p:nvSpPr>
            <p:spPr>
              <a:xfrm>
                <a:off x="6009458" y="-838814"/>
                <a:ext cx="102982" cy="648757"/>
              </a:xfrm>
              <a:custGeom>
                <a:avLst/>
                <a:gdLst>
                  <a:gd name="connsiteX0" fmla="*/ 0 w 102981"/>
                  <a:gd name="connsiteY0" fmla="*/ 181615 h 648756"/>
                  <a:gd name="connsiteX1" fmla="*/ 102981 w 102981"/>
                  <a:gd name="connsiteY1" fmla="*/ 181615 h 648756"/>
                  <a:gd name="connsiteX2" fmla="*/ 102981 w 102981"/>
                  <a:gd name="connsiteY2" fmla="*/ 648756 h 648756"/>
                  <a:gd name="connsiteX3" fmla="*/ 0 w 102981"/>
                  <a:gd name="connsiteY3" fmla="*/ 648756 h 648756"/>
                  <a:gd name="connsiteX4" fmla="*/ 0 w 102981"/>
                  <a:gd name="connsiteY4" fmla="*/ 0 h 648756"/>
                  <a:gd name="connsiteX5" fmla="*/ 102981 w 102981"/>
                  <a:gd name="connsiteY5" fmla="*/ 0 h 648756"/>
                  <a:gd name="connsiteX6" fmla="*/ 102981 w 102981"/>
                  <a:gd name="connsiteY6" fmla="*/ 114022 h 648756"/>
                  <a:gd name="connsiteX7" fmla="*/ 0 w 102981"/>
                  <a:gd name="connsiteY7" fmla="*/ 114022 h 648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981" h="648756">
                    <a:moveTo>
                      <a:pt x="0" y="181615"/>
                    </a:moveTo>
                    <a:lnTo>
                      <a:pt x="102981" y="181615"/>
                    </a:lnTo>
                    <a:lnTo>
                      <a:pt x="102981" y="648756"/>
                    </a:lnTo>
                    <a:lnTo>
                      <a:pt x="0" y="648756"/>
                    </a:lnTo>
                    <a:close/>
                    <a:moveTo>
                      <a:pt x="0" y="0"/>
                    </a:moveTo>
                    <a:lnTo>
                      <a:pt x="102981" y="0"/>
                    </a:lnTo>
                    <a:lnTo>
                      <a:pt x="102981" y="114022"/>
                    </a:lnTo>
                    <a:lnTo>
                      <a:pt x="0" y="11402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14" name="Freeform 9">
                <a:extLst>
                  <a:ext uri="{FF2B5EF4-FFF2-40B4-BE49-F238E27FC236}">
                    <a16:creationId xmlns:a16="http://schemas.microsoft.com/office/drawing/2014/main" id="{BCCD1BD3-D317-4DF7-AA63-291E25D07B1C}"/>
                  </a:ext>
                </a:extLst>
              </p:cNvPr>
              <p:cNvSpPr/>
              <p:nvPr userDrawn="1"/>
            </p:nvSpPr>
            <p:spPr>
              <a:xfrm>
                <a:off x="6846482" y="-771635"/>
                <a:ext cx="469760" cy="770251"/>
              </a:xfrm>
              <a:custGeom>
                <a:avLst/>
                <a:gdLst>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05983 w 469758"/>
                  <a:gd name="connsiteY19" fmla="*/ 355045 h 770252"/>
                  <a:gd name="connsiteX20" fmla="*/ 99520 w 469758"/>
                  <a:gd name="connsiteY20" fmla="*/ 355821 h 770252"/>
                  <a:gd name="connsiteX21" fmla="*/ 64649 w 469758"/>
                  <a:gd name="connsiteY21" fmla="*/ 378329 h 770252"/>
                  <a:gd name="connsiteX22" fmla="*/ 57712 w 469758"/>
                  <a:gd name="connsiteY22" fmla="*/ 464987 h 770252"/>
                  <a:gd name="connsiteX23" fmla="*/ 89611 w 469758"/>
                  <a:gd name="connsiteY23" fmla="*/ 491925 h 770252"/>
                  <a:gd name="connsiteX24" fmla="*/ 100707 w 469758"/>
                  <a:gd name="connsiteY24" fmla="*/ 494458 h 770252"/>
                  <a:gd name="connsiteX25" fmla="*/ 143454 w 469758"/>
                  <a:gd name="connsiteY25" fmla="*/ 475644 h 770252"/>
                  <a:gd name="connsiteX26" fmla="*/ 234879 w 469758"/>
                  <a:gd name="connsiteY26" fmla="*/ 463594 h 770252"/>
                  <a:gd name="connsiteX27" fmla="*/ 469758 w 469758"/>
                  <a:gd name="connsiteY27" fmla="*/ 616923 h 770252"/>
                  <a:gd name="connsiteX28" fmla="*/ 234879 w 469758"/>
                  <a:gd name="connsiteY28" fmla="*/ 770252 h 770252"/>
                  <a:gd name="connsiteX29" fmla="*/ 0 w 469758"/>
                  <a:gd name="connsiteY29" fmla="*/ 616923 h 770252"/>
                  <a:gd name="connsiteX30" fmla="*/ 40114 w 469758"/>
                  <a:gd name="connsiteY30" fmla="*/ 531196 h 770252"/>
                  <a:gd name="connsiteX31" fmla="*/ 52705 w 469758"/>
                  <a:gd name="connsiteY31" fmla="*/ 521234 h 770252"/>
                  <a:gd name="connsiteX32" fmla="*/ 38717 w 469758"/>
                  <a:gd name="connsiteY32" fmla="*/ 511405 h 770252"/>
                  <a:gd name="connsiteX33" fmla="*/ 17449 w 469758"/>
                  <a:gd name="connsiteY33" fmla="*/ 485948 h 770252"/>
                  <a:gd name="connsiteX34" fmla="*/ 27429 w 469758"/>
                  <a:gd name="connsiteY34" fmla="*/ 352270 h 770252"/>
                  <a:gd name="connsiteX35" fmla="*/ 66299 w 469758"/>
                  <a:gd name="connsiteY35" fmla="*/ 324908 h 770252"/>
                  <a:gd name="connsiteX36" fmla="*/ 38704 w 469758"/>
                  <a:gd name="connsiteY36" fmla="*/ 292095 h 770252"/>
                  <a:gd name="connsiteX37" fmla="*/ 23675 w 469758"/>
                  <a:gd name="connsiteY37" fmla="*/ 232412 h 770252"/>
                  <a:gd name="connsiteX38" fmla="*/ 214921 w 469758"/>
                  <a:gd name="connsiteY38" fmla="*/ 79083 h 770252"/>
                  <a:gd name="connsiteX39" fmla="*/ 289363 w 469758"/>
                  <a:gd name="connsiteY39" fmla="*/ 91133 h 770252"/>
                  <a:gd name="connsiteX40" fmla="*/ 315122 w 469758"/>
                  <a:gd name="connsiteY40" fmla="*/ 105057 h 770252"/>
                  <a:gd name="connsiteX41" fmla="*/ 316874 w 469758"/>
                  <a:gd name="connsiteY41" fmla="*/ 95203 h 770252"/>
                  <a:gd name="connsiteX42" fmla="*/ 345932 w 469758"/>
                  <a:gd name="connsiteY42" fmla="*/ 46320 h 770252"/>
                  <a:gd name="connsiteX43" fmla="*/ 455105 w 469758"/>
                  <a:gd name="connsiteY43" fmla="*/ 344 h 770252"/>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05983 w 469758"/>
                  <a:gd name="connsiteY19" fmla="*/ 355045 h 770252"/>
                  <a:gd name="connsiteX20" fmla="*/ 99520 w 469758"/>
                  <a:gd name="connsiteY20" fmla="*/ 355821 h 770252"/>
                  <a:gd name="connsiteX21" fmla="*/ 64649 w 469758"/>
                  <a:gd name="connsiteY21" fmla="*/ 378329 h 770252"/>
                  <a:gd name="connsiteX22" fmla="*/ 57712 w 469758"/>
                  <a:gd name="connsiteY22" fmla="*/ 464987 h 770252"/>
                  <a:gd name="connsiteX23" fmla="*/ 89611 w 469758"/>
                  <a:gd name="connsiteY23" fmla="*/ 491925 h 770252"/>
                  <a:gd name="connsiteX24" fmla="*/ 143454 w 469758"/>
                  <a:gd name="connsiteY24" fmla="*/ 475644 h 770252"/>
                  <a:gd name="connsiteX25" fmla="*/ 234879 w 469758"/>
                  <a:gd name="connsiteY25" fmla="*/ 463594 h 770252"/>
                  <a:gd name="connsiteX26" fmla="*/ 469758 w 469758"/>
                  <a:gd name="connsiteY26" fmla="*/ 616923 h 770252"/>
                  <a:gd name="connsiteX27" fmla="*/ 234879 w 469758"/>
                  <a:gd name="connsiteY27" fmla="*/ 770252 h 770252"/>
                  <a:gd name="connsiteX28" fmla="*/ 0 w 469758"/>
                  <a:gd name="connsiteY28" fmla="*/ 616923 h 770252"/>
                  <a:gd name="connsiteX29" fmla="*/ 40114 w 469758"/>
                  <a:gd name="connsiteY29" fmla="*/ 531196 h 770252"/>
                  <a:gd name="connsiteX30" fmla="*/ 52705 w 469758"/>
                  <a:gd name="connsiteY30" fmla="*/ 521234 h 770252"/>
                  <a:gd name="connsiteX31" fmla="*/ 38717 w 469758"/>
                  <a:gd name="connsiteY31" fmla="*/ 511405 h 770252"/>
                  <a:gd name="connsiteX32" fmla="*/ 17449 w 469758"/>
                  <a:gd name="connsiteY32" fmla="*/ 485948 h 770252"/>
                  <a:gd name="connsiteX33" fmla="*/ 27429 w 469758"/>
                  <a:gd name="connsiteY33" fmla="*/ 352270 h 770252"/>
                  <a:gd name="connsiteX34" fmla="*/ 66299 w 469758"/>
                  <a:gd name="connsiteY34" fmla="*/ 324908 h 770252"/>
                  <a:gd name="connsiteX35" fmla="*/ 38704 w 469758"/>
                  <a:gd name="connsiteY35" fmla="*/ 292095 h 770252"/>
                  <a:gd name="connsiteX36" fmla="*/ 23675 w 469758"/>
                  <a:gd name="connsiteY36" fmla="*/ 232412 h 770252"/>
                  <a:gd name="connsiteX37" fmla="*/ 214921 w 469758"/>
                  <a:gd name="connsiteY37" fmla="*/ 79083 h 770252"/>
                  <a:gd name="connsiteX38" fmla="*/ 289363 w 469758"/>
                  <a:gd name="connsiteY38" fmla="*/ 91133 h 770252"/>
                  <a:gd name="connsiteX39" fmla="*/ 315122 w 469758"/>
                  <a:gd name="connsiteY39" fmla="*/ 105057 h 770252"/>
                  <a:gd name="connsiteX40" fmla="*/ 316874 w 469758"/>
                  <a:gd name="connsiteY40" fmla="*/ 95203 h 770252"/>
                  <a:gd name="connsiteX41" fmla="*/ 345932 w 469758"/>
                  <a:gd name="connsiteY41" fmla="*/ 46320 h 770252"/>
                  <a:gd name="connsiteX42" fmla="*/ 455105 w 469758"/>
                  <a:gd name="connsiteY42" fmla="*/ 344 h 770252"/>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05983 w 469758"/>
                  <a:gd name="connsiteY19" fmla="*/ 355045 h 770252"/>
                  <a:gd name="connsiteX20" fmla="*/ 99520 w 469758"/>
                  <a:gd name="connsiteY20" fmla="*/ 355821 h 770252"/>
                  <a:gd name="connsiteX21" fmla="*/ 64649 w 469758"/>
                  <a:gd name="connsiteY21" fmla="*/ 378329 h 770252"/>
                  <a:gd name="connsiteX22" fmla="*/ 89611 w 469758"/>
                  <a:gd name="connsiteY22" fmla="*/ 491925 h 770252"/>
                  <a:gd name="connsiteX23" fmla="*/ 143454 w 469758"/>
                  <a:gd name="connsiteY23" fmla="*/ 475644 h 770252"/>
                  <a:gd name="connsiteX24" fmla="*/ 234879 w 469758"/>
                  <a:gd name="connsiteY24" fmla="*/ 463594 h 770252"/>
                  <a:gd name="connsiteX25" fmla="*/ 469758 w 469758"/>
                  <a:gd name="connsiteY25" fmla="*/ 616923 h 770252"/>
                  <a:gd name="connsiteX26" fmla="*/ 234879 w 469758"/>
                  <a:gd name="connsiteY26" fmla="*/ 770252 h 770252"/>
                  <a:gd name="connsiteX27" fmla="*/ 0 w 469758"/>
                  <a:gd name="connsiteY27" fmla="*/ 616923 h 770252"/>
                  <a:gd name="connsiteX28" fmla="*/ 40114 w 469758"/>
                  <a:gd name="connsiteY28" fmla="*/ 531196 h 770252"/>
                  <a:gd name="connsiteX29" fmla="*/ 52705 w 469758"/>
                  <a:gd name="connsiteY29" fmla="*/ 521234 h 770252"/>
                  <a:gd name="connsiteX30" fmla="*/ 38717 w 469758"/>
                  <a:gd name="connsiteY30" fmla="*/ 511405 h 770252"/>
                  <a:gd name="connsiteX31" fmla="*/ 17449 w 469758"/>
                  <a:gd name="connsiteY31" fmla="*/ 485948 h 770252"/>
                  <a:gd name="connsiteX32" fmla="*/ 27429 w 469758"/>
                  <a:gd name="connsiteY32" fmla="*/ 352270 h 770252"/>
                  <a:gd name="connsiteX33" fmla="*/ 66299 w 469758"/>
                  <a:gd name="connsiteY33" fmla="*/ 324908 h 770252"/>
                  <a:gd name="connsiteX34" fmla="*/ 38704 w 469758"/>
                  <a:gd name="connsiteY34" fmla="*/ 292095 h 770252"/>
                  <a:gd name="connsiteX35" fmla="*/ 23675 w 469758"/>
                  <a:gd name="connsiteY35" fmla="*/ 232412 h 770252"/>
                  <a:gd name="connsiteX36" fmla="*/ 214921 w 469758"/>
                  <a:gd name="connsiteY36" fmla="*/ 79083 h 770252"/>
                  <a:gd name="connsiteX37" fmla="*/ 289363 w 469758"/>
                  <a:gd name="connsiteY37" fmla="*/ 91133 h 770252"/>
                  <a:gd name="connsiteX38" fmla="*/ 315122 w 469758"/>
                  <a:gd name="connsiteY38" fmla="*/ 105057 h 770252"/>
                  <a:gd name="connsiteX39" fmla="*/ 316874 w 469758"/>
                  <a:gd name="connsiteY39" fmla="*/ 95203 h 770252"/>
                  <a:gd name="connsiteX40" fmla="*/ 345932 w 469758"/>
                  <a:gd name="connsiteY40" fmla="*/ 46320 h 770252"/>
                  <a:gd name="connsiteX41" fmla="*/ 455105 w 469758"/>
                  <a:gd name="connsiteY41" fmla="*/ 344 h 770252"/>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05983 w 469758"/>
                  <a:gd name="connsiteY19" fmla="*/ 355045 h 770252"/>
                  <a:gd name="connsiteX20" fmla="*/ 99520 w 469758"/>
                  <a:gd name="connsiteY20" fmla="*/ 355821 h 770252"/>
                  <a:gd name="connsiteX21" fmla="*/ 64649 w 469758"/>
                  <a:gd name="connsiteY21" fmla="*/ 378329 h 770252"/>
                  <a:gd name="connsiteX22" fmla="*/ 143454 w 469758"/>
                  <a:gd name="connsiteY22" fmla="*/ 475644 h 770252"/>
                  <a:gd name="connsiteX23" fmla="*/ 234879 w 469758"/>
                  <a:gd name="connsiteY23" fmla="*/ 463594 h 770252"/>
                  <a:gd name="connsiteX24" fmla="*/ 469758 w 469758"/>
                  <a:gd name="connsiteY24" fmla="*/ 616923 h 770252"/>
                  <a:gd name="connsiteX25" fmla="*/ 234879 w 469758"/>
                  <a:gd name="connsiteY25" fmla="*/ 770252 h 770252"/>
                  <a:gd name="connsiteX26" fmla="*/ 0 w 469758"/>
                  <a:gd name="connsiteY26" fmla="*/ 616923 h 770252"/>
                  <a:gd name="connsiteX27" fmla="*/ 40114 w 469758"/>
                  <a:gd name="connsiteY27" fmla="*/ 531196 h 770252"/>
                  <a:gd name="connsiteX28" fmla="*/ 52705 w 469758"/>
                  <a:gd name="connsiteY28" fmla="*/ 521234 h 770252"/>
                  <a:gd name="connsiteX29" fmla="*/ 38717 w 469758"/>
                  <a:gd name="connsiteY29" fmla="*/ 511405 h 770252"/>
                  <a:gd name="connsiteX30" fmla="*/ 17449 w 469758"/>
                  <a:gd name="connsiteY30" fmla="*/ 485948 h 770252"/>
                  <a:gd name="connsiteX31" fmla="*/ 27429 w 469758"/>
                  <a:gd name="connsiteY31" fmla="*/ 352270 h 770252"/>
                  <a:gd name="connsiteX32" fmla="*/ 66299 w 469758"/>
                  <a:gd name="connsiteY32" fmla="*/ 324908 h 770252"/>
                  <a:gd name="connsiteX33" fmla="*/ 38704 w 469758"/>
                  <a:gd name="connsiteY33" fmla="*/ 292095 h 770252"/>
                  <a:gd name="connsiteX34" fmla="*/ 23675 w 469758"/>
                  <a:gd name="connsiteY34" fmla="*/ 232412 h 770252"/>
                  <a:gd name="connsiteX35" fmla="*/ 214921 w 469758"/>
                  <a:gd name="connsiteY35" fmla="*/ 79083 h 770252"/>
                  <a:gd name="connsiteX36" fmla="*/ 289363 w 469758"/>
                  <a:gd name="connsiteY36" fmla="*/ 91133 h 770252"/>
                  <a:gd name="connsiteX37" fmla="*/ 315122 w 469758"/>
                  <a:gd name="connsiteY37" fmla="*/ 105057 h 770252"/>
                  <a:gd name="connsiteX38" fmla="*/ 316874 w 469758"/>
                  <a:gd name="connsiteY38" fmla="*/ 95203 h 770252"/>
                  <a:gd name="connsiteX39" fmla="*/ 345932 w 469758"/>
                  <a:gd name="connsiteY39" fmla="*/ 46320 h 770252"/>
                  <a:gd name="connsiteX40" fmla="*/ 455105 w 469758"/>
                  <a:gd name="connsiteY40" fmla="*/ 344 h 770252"/>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05983 w 469758"/>
                  <a:gd name="connsiteY19" fmla="*/ 355045 h 770252"/>
                  <a:gd name="connsiteX20" fmla="*/ 99520 w 469758"/>
                  <a:gd name="connsiteY20" fmla="*/ 355821 h 770252"/>
                  <a:gd name="connsiteX21" fmla="*/ 143454 w 469758"/>
                  <a:gd name="connsiteY21" fmla="*/ 475644 h 770252"/>
                  <a:gd name="connsiteX22" fmla="*/ 234879 w 469758"/>
                  <a:gd name="connsiteY22" fmla="*/ 463594 h 770252"/>
                  <a:gd name="connsiteX23" fmla="*/ 469758 w 469758"/>
                  <a:gd name="connsiteY23" fmla="*/ 616923 h 770252"/>
                  <a:gd name="connsiteX24" fmla="*/ 234879 w 469758"/>
                  <a:gd name="connsiteY24" fmla="*/ 770252 h 770252"/>
                  <a:gd name="connsiteX25" fmla="*/ 0 w 469758"/>
                  <a:gd name="connsiteY25" fmla="*/ 616923 h 770252"/>
                  <a:gd name="connsiteX26" fmla="*/ 40114 w 469758"/>
                  <a:gd name="connsiteY26" fmla="*/ 531196 h 770252"/>
                  <a:gd name="connsiteX27" fmla="*/ 52705 w 469758"/>
                  <a:gd name="connsiteY27" fmla="*/ 521234 h 770252"/>
                  <a:gd name="connsiteX28" fmla="*/ 38717 w 469758"/>
                  <a:gd name="connsiteY28" fmla="*/ 511405 h 770252"/>
                  <a:gd name="connsiteX29" fmla="*/ 17449 w 469758"/>
                  <a:gd name="connsiteY29" fmla="*/ 485948 h 770252"/>
                  <a:gd name="connsiteX30" fmla="*/ 27429 w 469758"/>
                  <a:gd name="connsiteY30" fmla="*/ 352270 h 770252"/>
                  <a:gd name="connsiteX31" fmla="*/ 66299 w 469758"/>
                  <a:gd name="connsiteY31" fmla="*/ 324908 h 770252"/>
                  <a:gd name="connsiteX32" fmla="*/ 38704 w 469758"/>
                  <a:gd name="connsiteY32" fmla="*/ 292095 h 770252"/>
                  <a:gd name="connsiteX33" fmla="*/ 23675 w 469758"/>
                  <a:gd name="connsiteY33" fmla="*/ 232412 h 770252"/>
                  <a:gd name="connsiteX34" fmla="*/ 214921 w 469758"/>
                  <a:gd name="connsiteY34" fmla="*/ 79083 h 770252"/>
                  <a:gd name="connsiteX35" fmla="*/ 289363 w 469758"/>
                  <a:gd name="connsiteY35" fmla="*/ 91133 h 770252"/>
                  <a:gd name="connsiteX36" fmla="*/ 315122 w 469758"/>
                  <a:gd name="connsiteY36" fmla="*/ 105057 h 770252"/>
                  <a:gd name="connsiteX37" fmla="*/ 316874 w 469758"/>
                  <a:gd name="connsiteY37" fmla="*/ 95203 h 770252"/>
                  <a:gd name="connsiteX38" fmla="*/ 345932 w 469758"/>
                  <a:gd name="connsiteY38" fmla="*/ 46320 h 770252"/>
                  <a:gd name="connsiteX39" fmla="*/ 455105 w 469758"/>
                  <a:gd name="connsiteY39" fmla="*/ 344 h 770252"/>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05983 w 469758"/>
                  <a:gd name="connsiteY19" fmla="*/ 355045 h 770252"/>
                  <a:gd name="connsiteX20" fmla="*/ 143454 w 469758"/>
                  <a:gd name="connsiteY20" fmla="*/ 475644 h 770252"/>
                  <a:gd name="connsiteX21" fmla="*/ 234879 w 469758"/>
                  <a:gd name="connsiteY21" fmla="*/ 463594 h 770252"/>
                  <a:gd name="connsiteX22" fmla="*/ 469758 w 469758"/>
                  <a:gd name="connsiteY22" fmla="*/ 616923 h 770252"/>
                  <a:gd name="connsiteX23" fmla="*/ 234879 w 469758"/>
                  <a:gd name="connsiteY23" fmla="*/ 770252 h 770252"/>
                  <a:gd name="connsiteX24" fmla="*/ 0 w 469758"/>
                  <a:gd name="connsiteY24" fmla="*/ 616923 h 770252"/>
                  <a:gd name="connsiteX25" fmla="*/ 40114 w 469758"/>
                  <a:gd name="connsiteY25" fmla="*/ 531196 h 770252"/>
                  <a:gd name="connsiteX26" fmla="*/ 52705 w 469758"/>
                  <a:gd name="connsiteY26" fmla="*/ 521234 h 770252"/>
                  <a:gd name="connsiteX27" fmla="*/ 38717 w 469758"/>
                  <a:gd name="connsiteY27" fmla="*/ 511405 h 770252"/>
                  <a:gd name="connsiteX28" fmla="*/ 17449 w 469758"/>
                  <a:gd name="connsiteY28" fmla="*/ 485948 h 770252"/>
                  <a:gd name="connsiteX29" fmla="*/ 27429 w 469758"/>
                  <a:gd name="connsiteY29" fmla="*/ 352270 h 770252"/>
                  <a:gd name="connsiteX30" fmla="*/ 66299 w 469758"/>
                  <a:gd name="connsiteY30" fmla="*/ 324908 h 770252"/>
                  <a:gd name="connsiteX31" fmla="*/ 38704 w 469758"/>
                  <a:gd name="connsiteY31" fmla="*/ 292095 h 770252"/>
                  <a:gd name="connsiteX32" fmla="*/ 23675 w 469758"/>
                  <a:gd name="connsiteY32" fmla="*/ 232412 h 770252"/>
                  <a:gd name="connsiteX33" fmla="*/ 214921 w 469758"/>
                  <a:gd name="connsiteY33" fmla="*/ 79083 h 770252"/>
                  <a:gd name="connsiteX34" fmla="*/ 289363 w 469758"/>
                  <a:gd name="connsiteY34" fmla="*/ 91133 h 770252"/>
                  <a:gd name="connsiteX35" fmla="*/ 315122 w 469758"/>
                  <a:gd name="connsiteY35" fmla="*/ 105057 h 770252"/>
                  <a:gd name="connsiteX36" fmla="*/ 316874 w 469758"/>
                  <a:gd name="connsiteY36" fmla="*/ 95203 h 770252"/>
                  <a:gd name="connsiteX37" fmla="*/ 345932 w 469758"/>
                  <a:gd name="connsiteY37" fmla="*/ 46320 h 770252"/>
                  <a:gd name="connsiteX38" fmla="*/ 455105 w 469758"/>
                  <a:gd name="connsiteY38" fmla="*/ 344 h 770252"/>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43454 w 469758"/>
                  <a:gd name="connsiteY19" fmla="*/ 475644 h 770252"/>
                  <a:gd name="connsiteX20" fmla="*/ 234879 w 469758"/>
                  <a:gd name="connsiteY20" fmla="*/ 463594 h 770252"/>
                  <a:gd name="connsiteX21" fmla="*/ 469758 w 469758"/>
                  <a:gd name="connsiteY21" fmla="*/ 616923 h 770252"/>
                  <a:gd name="connsiteX22" fmla="*/ 234879 w 469758"/>
                  <a:gd name="connsiteY22" fmla="*/ 770252 h 770252"/>
                  <a:gd name="connsiteX23" fmla="*/ 0 w 469758"/>
                  <a:gd name="connsiteY23" fmla="*/ 616923 h 770252"/>
                  <a:gd name="connsiteX24" fmla="*/ 40114 w 469758"/>
                  <a:gd name="connsiteY24" fmla="*/ 531196 h 770252"/>
                  <a:gd name="connsiteX25" fmla="*/ 52705 w 469758"/>
                  <a:gd name="connsiteY25" fmla="*/ 521234 h 770252"/>
                  <a:gd name="connsiteX26" fmla="*/ 38717 w 469758"/>
                  <a:gd name="connsiteY26" fmla="*/ 511405 h 770252"/>
                  <a:gd name="connsiteX27" fmla="*/ 17449 w 469758"/>
                  <a:gd name="connsiteY27" fmla="*/ 485948 h 770252"/>
                  <a:gd name="connsiteX28" fmla="*/ 27429 w 469758"/>
                  <a:gd name="connsiteY28" fmla="*/ 352270 h 770252"/>
                  <a:gd name="connsiteX29" fmla="*/ 66299 w 469758"/>
                  <a:gd name="connsiteY29" fmla="*/ 324908 h 770252"/>
                  <a:gd name="connsiteX30" fmla="*/ 38704 w 469758"/>
                  <a:gd name="connsiteY30" fmla="*/ 292095 h 770252"/>
                  <a:gd name="connsiteX31" fmla="*/ 23675 w 469758"/>
                  <a:gd name="connsiteY31" fmla="*/ 232412 h 770252"/>
                  <a:gd name="connsiteX32" fmla="*/ 214921 w 469758"/>
                  <a:gd name="connsiteY32" fmla="*/ 79083 h 770252"/>
                  <a:gd name="connsiteX33" fmla="*/ 289363 w 469758"/>
                  <a:gd name="connsiteY33" fmla="*/ 91133 h 770252"/>
                  <a:gd name="connsiteX34" fmla="*/ 315122 w 469758"/>
                  <a:gd name="connsiteY34" fmla="*/ 105057 h 770252"/>
                  <a:gd name="connsiteX35" fmla="*/ 316874 w 469758"/>
                  <a:gd name="connsiteY35" fmla="*/ 95203 h 770252"/>
                  <a:gd name="connsiteX36" fmla="*/ 345932 w 469758"/>
                  <a:gd name="connsiteY36" fmla="*/ 46320 h 770252"/>
                  <a:gd name="connsiteX37" fmla="*/ 455105 w 469758"/>
                  <a:gd name="connsiteY37" fmla="*/ 344 h 770252"/>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43454 w 469758"/>
                  <a:gd name="connsiteY19" fmla="*/ 475644 h 770252"/>
                  <a:gd name="connsiteX20" fmla="*/ 234879 w 469758"/>
                  <a:gd name="connsiteY20" fmla="*/ 463594 h 770252"/>
                  <a:gd name="connsiteX21" fmla="*/ 469758 w 469758"/>
                  <a:gd name="connsiteY21" fmla="*/ 616923 h 770252"/>
                  <a:gd name="connsiteX22" fmla="*/ 234879 w 469758"/>
                  <a:gd name="connsiteY22" fmla="*/ 770252 h 770252"/>
                  <a:gd name="connsiteX23" fmla="*/ 0 w 469758"/>
                  <a:gd name="connsiteY23" fmla="*/ 616923 h 770252"/>
                  <a:gd name="connsiteX24" fmla="*/ 40114 w 469758"/>
                  <a:gd name="connsiteY24" fmla="*/ 531196 h 770252"/>
                  <a:gd name="connsiteX25" fmla="*/ 52705 w 469758"/>
                  <a:gd name="connsiteY25" fmla="*/ 521234 h 770252"/>
                  <a:gd name="connsiteX26" fmla="*/ 38717 w 469758"/>
                  <a:gd name="connsiteY26" fmla="*/ 511405 h 770252"/>
                  <a:gd name="connsiteX27" fmla="*/ 17449 w 469758"/>
                  <a:gd name="connsiteY27" fmla="*/ 485948 h 770252"/>
                  <a:gd name="connsiteX28" fmla="*/ 27429 w 469758"/>
                  <a:gd name="connsiteY28" fmla="*/ 352270 h 770252"/>
                  <a:gd name="connsiteX29" fmla="*/ 66299 w 469758"/>
                  <a:gd name="connsiteY29" fmla="*/ 324908 h 770252"/>
                  <a:gd name="connsiteX30" fmla="*/ 38704 w 469758"/>
                  <a:gd name="connsiteY30" fmla="*/ 292095 h 770252"/>
                  <a:gd name="connsiteX31" fmla="*/ 23675 w 469758"/>
                  <a:gd name="connsiteY31" fmla="*/ 232412 h 770252"/>
                  <a:gd name="connsiteX32" fmla="*/ 214921 w 469758"/>
                  <a:gd name="connsiteY32" fmla="*/ 79083 h 770252"/>
                  <a:gd name="connsiteX33" fmla="*/ 289363 w 469758"/>
                  <a:gd name="connsiteY33" fmla="*/ 91133 h 770252"/>
                  <a:gd name="connsiteX34" fmla="*/ 315122 w 469758"/>
                  <a:gd name="connsiteY34" fmla="*/ 105057 h 770252"/>
                  <a:gd name="connsiteX35" fmla="*/ 316874 w 469758"/>
                  <a:gd name="connsiteY35" fmla="*/ 95203 h 770252"/>
                  <a:gd name="connsiteX36" fmla="*/ 345932 w 469758"/>
                  <a:gd name="connsiteY36" fmla="*/ 46320 h 770252"/>
                  <a:gd name="connsiteX37" fmla="*/ 455105 w 469758"/>
                  <a:gd name="connsiteY37" fmla="*/ 344 h 770252"/>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43454 w 469758"/>
                  <a:gd name="connsiteY19" fmla="*/ 475644 h 770252"/>
                  <a:gd name="connsiteX20" fmla="*/ 234879 w 469758"/>
                  <a:gd name="connsiteY20" fmla="*/ 463594 h 770252"/>
                  <a:gd name="connsiteX21" fmla="*/ 469758 w 469758"/>
                  <a:gd name="connsiteY21" fmla="*/ 616923 h 770252"/>
                  <a:gd name="connsiteX22" fmla="*/ 234879 w 469758"/>
                  <a:gd name="connsiteY22" fmla="*/ 770252 h 770252"/>
                  <a:gd name="connsiteX23" fmla="*/ 0 w 469758"/>
                  <a:gd name="connsiteY23" fmla="*/ 616923 h 770252"/>
                  <a:gd name="connsiteX24" fmla="*/ 40114 w 469758"/>
                  <a:gd name="connsiteY24" fmla="*/ 531196 h 770252"/>
                  <a:gd name="connsiteX25" fmla="*/ 52705 w 469758"/>
                  <a:gd name="connsiteY25" fmla="*/ 521234 h 770252"/>
                  <a:gd name="connsiteX26" fmla="*/ 38717 w 469758"/>
                  <a:gd name="connsiteY26" fmla="*/ 511405 h 770252"/>
                  <a:gd name="connsiteX27" fmla="*/ 17449 w 469758"/>
                  <a:gd name="connsiteY27" fmla="*/ 485948 h 770252"/>
                  <a:gd name="connsiteX28" fmla="*/ 27429 w 469758"/>
                  <a:gd name="connsiteY28" fmla="*/ 352270 h 770252"/>
                  <a:gd name="connsiteX29" fmla="*/ 66299 w 469758"/>
                  <a:gd name="connsiteY29" fmla="*/ 324908 h 770252"/>
                  <a:gd name="connsiteX30" fmla="*/ 38704 w 469758"/>
                  <a:gd name="connsiteY30" fmla="*/ 292095 h 770252"/>
                  <a:gd name="connsiteX31" fmla="*/ 23675 w 469758"/>
                  <a:gd name="connsiteY31" fmla="*/ 232412 h 770252"/>
                  <a:gd name="connsiteX32" fmla="*/ 214921 w 469758"/>
                  <a:gd name="connsiteY32" fmla="*/ 79083 h 770252"/>
                  <a:gd name="connsiteX33" fmla="*/ 289363 w 469758"/>
                  <a:gd name="connsiteY33" fmla="*/ 91133 h 770252"/>
                  <a:gd name="connsiteX34" fmla="*/ 315122 w 469758"/>
                  <a:gd name="connsiteY34" fmla="*/ 105057 h 770252"/>
                  <a:gd name="connsiteX35" fmla="*/ 316874 w 469758"/>
                  <a:gd name="connsiteY35" fmla="*/ 95203 h 770252"/>
                  <a:gd name="connsiteX36" fmla="*/ 345932 w 469758"/>
                  <a:gd name="connsiteY36" fmla="*/ 46320 h 770252"/>
                  <a:gd name="connsiteX37" fmla="*/ 455105 w 469758"/>
                  <a:gd name="connsiteY37" fmla="*/ 344 h 770252"/>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43454 w 469758"/>
                  <a:gd name="connsiteY19" fmla="*/ 475644 h 770252"/>
                  <a:gd name="connsiteX20" fmla="*/ 234879 w 469758"/>
                  <a:gd name="connsiteY20" fmla="*/ 463594 h 770252"/>
                  <a:gd name="connsiteX21" fmla="*/ 469758 w 469758"/>
                  <a:gd name="connsiteY21" fmla="*/ 616923 h 770252"/>
                  <a:gd name="connsiteX22" fmla="*/ 234879 w 469758"/>
                  <a:gd name="connsiteY22" fmla="*/ 770252 h 770252"/>
                  <a:gd name="connsiteX23" fmla="*/ 0 w 469758"/>
                  <a:gd name="connsiteY23" fmla="*/ 616923 h 770252"/>
                  <a:gd name="connsiteX24" fmla="*/ 40114 w 469758"/>
                  <a:gd name="connsiteY24" fmla="*/ 531196 h 770252"/>
                  <a:gd name="connsiteX25" fmla="*/ 52705 w 469758"/>
                  <a:gd name="connsiteY25" fmla="*/ 521234 h 770252"/>
                  <a:gd name="connsiteX26" fmla="*/ 38717 w 469758"/>
                  <a:gd name="connsiteY26" fmla="*/ 511405 h 770252"/>
                  <a:gd name="connsiteX27" fmla="*/ 17449 w 469758"/>
                  <a:gd name="connsiteY27" fmla="*/ 485948 h 770252"/>
                  <a:gd name="connsiteX28" fmla="*/ 27429 w 469758"/>
                  <a:gd name="connsiteY28" fmla="*/ 352270 h 770252"/>
                  <a:gd name="connsiteX29" fmla="*/ 66299 w 469758"/>
                  <a:gd name="connsiteY29" fmla="*/ 324908 h 770252"/>
                  <a:gd name="connsiteX30" fmla="*/ 38704 w 469758"/>
                  <a:gd name="connsiteY30" fmla="*/ 292095 h 770252"/>
                  <a:gd name="connsiteX31" fmla="*/ 23675 w 469758"/>
                  <a:gd name="connsiteY31" fmla="*/ 232412 h 770252"/>
                  <a:gd name="connsiteX32" fmla="*/ 214921 w 469758"/>
                  <a:gd name="connsiteY32" fmla="*/ 79083 h 770252"/>
                  <a:gd name="connsiteX33" fmla="*/ 289363 w 469758"/>
                  <a:gd name="connsiteY33" fmla="*/ 91133 h 770252"/>
                  <a:gd name="connsiteX34" fmla="*/ 315122 w 469758"/>
                  <a:gd name="connsiteY34" fmla="*/ 105057 h 770252"/>
                  <a:gd name="connsiteX35" fmla="*/ 316874 w 469758"/>
                  <a:gd name="connsiteY35" fmla="*/ 95203 h 770252"/>
                  <a:gd name="connsiteX36" fmla="*/ 345932 w 469758"/>
                  <a:gd name="connsiteY36" fmla="*/ 46320 h 770252"/>
                  <a:gd name="connsiteX37" fmla="*/ 455105 w 469758"/>
                  <a:gd name="connsiteY37" fmla="*/ 344 h 770252"/>
                  <a:gd name="connsiteX0" fmla="*/ 233019 w 469758"/>
                  <a:gd name="connsiteY0" fmla="*/ 541891 h 770252"/>
                  <a:gd name="connsiteX1" fmla="*/ 93935 w 469758"/>
                  <a:gd name="connsiteY1" fmla="*/ 616922 h 770252"/>
                  <a:gd name="connsiteX2" fmla="*/ 233019 w 469758"/>
                  <a:gd name="connsiteY2" fmla="*/ 691953 h 770252"/>
                  <a:gd name="connsiteX3" fmla="*/ 372103 w 469758"/>
                  <a:gd name="connsiteY3" fmla="*/ 616922 h 770252"/>
                  <a:gd name="connsiteX4" fmla="*/ 233019 w 469758"/>
                  <a:gd name="connsiteY4" fmla="*/ 541891 h 770252"/>
                  <a:gd name="connsiteX5" fmla="*/ 214201 w 469758"/>
                  <a:gd name="connsiteY5" fmla="*/ 158621 h 770252"/>
                  <a:gd name="connsiteX6" fmla="*/ 129675 w 469758"/>
                  <a:gd name="connsiteY6" fmla="*/ 233652 h 770252"/>
                  <a:gd name="connsiteX7" fmla="*/ 214201 w 469758"/>
                  <a:gd name="connsiteY7" fmla="*/ 308683 h 770252"/>
                  <a:gd name="connsiteX8" fmla="*/ 298727 w 469758"/>
                  <a:gd name="connsiteY8" fmla="*/ 233652 h 770252"/>
                  <a:gd name="connsiteX9" fmla="*/ 214201 w 469758"/>
                  <a:gd name="connsiteY9" fmla="*/ 158621 h 770252"/>
                  <a:gd name="connsiteX10" fmla="*/ 455105 w 469758"/>
                  <a:gd name="connsiteY10" fmla="*/ 344 h 770252"/>
                  <a:gd name="connsiteX11" fmla="*/ 450749 w 469758"/>
                  <a:gd name="connsiteY11" fmla="*/ 71289 h 770252"/>
                  <a:gd name="connsiteX12" fmla="*/ 394923 w 469758"/>
                  <a:gd name="connsiteY12" fmla="*/ 98412 h 770252"/>
                  <a:gd name="connsiteX13" fmla="*/ 377761 w 469758"/>
                  <a:gd name="connsiteY13" fmla="*/ 152471 h 770252"/>
                  <a:gd name="connsiteX14" fmla="*/ 374102 w 469758"/>
                  <a:gd name="connsiteY14" fmla="*/ 152471 h 770252"/>
                  <a:gd name="connsiteX15" fmla="*/ 391138 w 469758"/>
                  <a:gd name="connsiteY15" fmla="*/ 172730 h 770252"/>
                  <a:gd name="connsiteX16" fmla="*/ 406167 w 469758"/>
                  <a:gd name="connsiteY16" fmla="*/ 232412 h 770252"/>
                  <a:gd name="connsiteX17" fmla="*/ 214921 w 469758"/>
                  <a:gd name="connsiteY17" fmla="*/ 385741 h 770252"/>
                  <a:gd name="connsiteX18" fmla="*/ 140480 w 469758"/>
                  <a:gd name="connsiteY18" fmla="*/ 373692 h 770252"/>
                  <a:gd name="connsiteX19" fmla="*/ 143454 w 469758"/>
                  <a:gd name="connsiteY19" fmla="*/ 475644 h 770252"/>
                  <a:gd name="connsiteX20" fmla="*/ 234879 w 469758"/>
                  <a:gd name="connsiteY20" fmla="*/ 463594 h 770252"/>
                  <a:gd name="connsiteX21" fmla="*/ 469758 w 469758"/>
                  <a:gd name="connsiteY21" fmla="*/ 616923 h 770252"/>
                  <a:gd name="connsiteX22" fmla="*/ 234879 w 469758"/>
                  <a:gd name="connsiteY22" fmla="*/ 770252 h 770252"/>
                  <a:gd name="connsiteX23" fmla="*/ 0 w 469758"/>
                  <a:gd name="connsiteY23" fmla="*/ 616923 h 770252"/>
                  <a:gd name="connsiteX24" fmla="*/ 40114 w 469758"/>
                  <a:gd name="connsiteY24" fmla="*/ 531196 h 770252"/>
                  <a:gd name="connsiteX25" fmla="*/ 52705 w 469758"/>
                  <a:gd name="connsiteY25" fmla="*/ 521234 h 770252"/>
                  <a:gd name="connsiteX26" fmla="*/ 38717 w 469758"/>
                  <a:gd name="connsiteY26" fmla="*/ 511405 h 770252"/>
                  <a:gd name="connsiteX27" fmla="*/ 17449 w 469758"/>
                  <a:gd name="connsiteY27" fmla="*/ 485948 h 770252"/>
                  <a:gd name="connsiteX28" fmla="*/ 27429 w 469758"/>
                  <a:gd name="connsiteY28" fmla="*/ 352270 h 770252"/>
                  <a:gd name="connsiteX29" fmla="*/ 66299 w 469758"/>
                  <a:gd name="connsiteY29" fmla="*/ 324908 h 770252"/>
                  <a:gd name="connsiteX30" fmla="*/ 38704 w 469758"/>
                  <a:gd name="connsiteY30" fmla="*/ 292095 h 770252"/>
                  <a:gd name="connsiteX31" fmla="*/ 23675 w 469758"/>
                  <a:gd name="connsiteY31" fmla="*/ 232412 h 770252"/>
                  <a:gd name="connsiteX32" fmla="*/ 214921 w 469758"/>
                  <a:gd name="connsiteY32" fmla="*/ 79083 h 770252"/>
                  <a:gd name="connsiteX33" fmla="*/ 289363 w 469758"/>
                  <a:gd name="connsiteY33" fmla="*/ 91133 h 770252"/>
                  <a:gd name="connsiteX34" fmla="*/ 315122 w 469758"/>
                  <a:gd name="connsiteY34" fmla="*/ 105057 h 770252"/>
                  <a:gd name="connsiteX35" fmla="*/ 316874 w 469758"/>
                  <a:gd name="connsiteY35" fmla="*/ 95203 h 770252"/>
                  <a:gd name="connsiteX36" fmla="*/ 345932 w 469758"/>
                  <a:gd name="connsiteY36" fmla="*/ 46320 h 770252"/>
                  <a:gd name="connsiteX37" fmla="*/ 455105 w 469758"/>
                  <a:gd name="connsiteY37" fmla="*/ 344 h 77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69758" h="770252">
                    <a:moveTo>
                      <a:pt x="233019" y="541891"/>
                    </a:moveTo>
                    <a:cubicBezTo>
                      <a:pt x="156205" y="541891"/>
                      <a:pt x="93935" y="575484"/>
                      <a:pt x="93935" y="616922"/>
                    </a:cubicBezTo>
                    <a:cubicBezTo>
                      <a:pt x="93935" y="658360"/>
                      <a:pt x="156205" y="691953"/>
                      <a:pt x="233019" y="691953"/>
                    </a:cubicBezTo>
                    <a:cubicBezTo>
                      <a:pt x="309833" y="691953"/>
                      <a:pt x="372103" y="658360"/>
                      <a:pt x="372103" y="616922"/>
                    </a:cubicBezTo>
                    <a:cubicBezTo>
                      <a:pt x="372103" y="575484"/>
                      <a:pt x="309833" y="541891"/>
                      <a:pt x="233019" y="541891"/>
                    </a:cubicBezTo>
                    <a:close/>
                    <a:moveTo>
                      <a:pt x="214201" y="158621"/>
                    </a:moveTo>
                    <a:cubicBezTo>
                      <a:pt x="167519" y="158621"/>
                      <a:pt x="129675" y="192214"/>
                      <a:pt x="129675" y="233652"/>
                    </a:cubicBezTo>
                    <a:cubicBezTo>
                      <a:pt x="129675" y="275090"/>
                      <a:pt x="167519" y="308683"/>
                      <a:pt x="214201" y="308683"/>
                    </a:cubicBezTo>
                    <a:cubicBezTo>
                      <a:pt x="260883" y="308683"/>
                      <a:pt x="298727" y="275090"/>
                      <a:pt x="298727" y="233652"/>
                    </a:cubicBezTo>
                    <a:cubicBezTo>
                      <a:pt x="298727" y="192214"/>
                      <a:pt x="260883" y="158621"/>
                      <a:pt x="214201" y="158621"/>
                    </a:cubicBezTo>
                    <a:close/>
                    <a:moveTo>
                      <a:pt x="455105" y="344"/>
                    </a:moveTo>
                    <a:lnTo>
                      <a:pt x="450749" y="71289"/>
                    </a:lnTo>
                    <a:cubicBezTo>
                      <a:pt x="429627" y="69431"/>
                      <a:pt x="408988" y="79459"/>
                      <a:pt x="394923" y="98412"/>
                    </a:cubicBezTo>
                    <a:cubicBezTo>
                      <a:pt x="383867" y="113310"/>
                      <a:pt x="377761" y="132545"/>
                      <a:pt x="377761" y="152471"/>
                    </a:cubicBezTo>
                    <a:lnTo>
                      <a:pt x="374102" y="152471"/>
                    </a:lnTo>
                    <a:lnTo>
                      <a:pt x="391138" y="172730"/>
                    </a:lnTo>
                    <a:cubicBezTo>
                      <a:pt x="400816" y="191074"/>
                      <a:pt x="406167" y="211242"/>
                      <a:pt x="406167" y="232412"/>
                    </a:cubicBezTo>
                    <a:cubicBezTo>
                      <a:pt x="406167" y="317093"/>
                      <a:pt x="320543" y="385741"/>
                      <a:pt x="214921" y="385741"/>
                    </a:cubicBezTo>
                    <a:cubicBezTo>
                      <a:pt x="188516" y="385741"/>
                      <a:pt x="163360" y="381451"/>
                      <a:pt x="140480" y="373692"/>
                    </a:cubicBezTo>
                    <a:cubicBezTo>
                      <a:pt x="112132" y="385671"/>
                      <a:pt x="86230" y="453885"/>
                      <a:pt x="143454" y="475644"/>
                    </a:cubicBezTo>
                    <a:cubicBezTo>
                      <a:pt x="171554" y="467885"/>
                      <a:pt x="202449" y="463594"/>
                      <a:pt x="234879" y="463594"/>
                    </a:cubicBezTo>
                    <a:cubicBezTo>
                      <a:pt x="364599" y="463594"/>
                      <a:pt x="469758" y="532242"/>
                      <a:pt x="469758" y="616923"/>
                    </a:cubicBezTo>
                    <a:cubicBezTo>
                      <a:pt x="469758" y="701604"/>
                      <a:pt x="364599" y="770252"/>
                      <a:pt x="234879" y="770252"/>
                    </a:cubicBezTo>
                    <a:cubicBezTo>
                      <a:pt x="105159" y="770252"/>
                      <a:pt x="0" y="701604"/>
                      <a:pt x="0" y="616923"/>
                    </a:cubicBezTo>
                    <a:cubicBezTo>
                      <a:pt x="0" y="585168"/>
                      <a:pt x="14788" y="555667"/>
                      <a:pt x="40114" y="531196"/>
                    </a:cubicBezTo>
                    <a:lnTo>
                      <a:pt x="52705" y="521234"/>
                    </a:lnTo>
                    <a:lnTo>
                      <a:pt x="38717" y="511405"/>
                    </a:lnTo>
                    <a:cubicBezTo>
                      <a:pt x="30529" y="503915"/>
                      <a:pt x="23353" y="495383"/>
                      <a:pt x="17449" y="485948"/>
                    </a:cubicBezTo>
                    <a:cubicBezTo>
                      <a:pt x="-9037" y="443621"/>
                      <a:pt x="-5103" y="390932"/>
                      <a:pt x="27429" y="352270"/>
                    </a:cubicBezTo>
                    <a:lnTo>
                      <a:pt x="66299" y="324908"/>
                    </a:lnTo>
                    <a:lnTo>
                      <a:pt x="38704" y="292095"/>
                    </a:lnTo>
                    <a:cubicBezTo>
                      <a:pt x="29027" y="273751"/>
                      <a:pt x="23675" y="253583"/>
                      <a:pt x="23675" y="232412"/>
                    </a:cubicBezTo>
                    <a:cubicBezTo>
                      <a:pt x="23675" y="147731"/>
                      <a:pt x="109299" y="79083"/>
                      <a:pt x="214921" y="79083"/>
                    </a:cubicBezTo>
                    <a:cubicBezTo>
                      <a:pt x="241327" y="79083"/>
                      <a:pt x="266482" y="83374"/>
                      <a:pt x="289363" y="91133"/>
                    </a:cubicBezTo>
                    <a:lnTo>
                      <a:pt x="315122" y="105057"/>
                    </a:lnTo>
                    <a:lnTo>
                      <a:pt x="316874" y="95203"/>
                    </a:lnTo>
                    <a:cubicBezTo>
                      <a:pt x="323538" y="77174"/>
                      <a:pt x="333349" y="60544"/>
                      <a:pt x="345932" y="46320"/>
                    </a:cubicBezTo>
                    <a:cubicBezTo>
                      <a:pt x="374391" y="14150"/>
                      <a:pt x="414319" y="-2665"/>
                      <a:pt x="455105" y="34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15" name="Freeform 10">
                <a:extLst>
                  <a:ext uri="{FF2B5EF4-FFF2-40B4-BE49-F238E27FC236}">
                    <a16:creationId xmlns:a16="http://schemas.microsoft.com/office/drawing/2014/main" id="{F85A70E2-D0A7-4687-99D0-86724DC1E775}"/>
                  </a:ext>
                </a:extLst>
              </p:cNvPr>
              <p:cNvSpPr/>
              <p:nvPr userDrawn="1"/>
            </p:nvSpPr>
            <p:spPr>
              <a:xfrm>
                <a:off x="7724569" y="-838076"/>
                <a:ext cx="698419" cy="656633"/>
              </a:xfrm>
              <a:custGeom>
                <a:avLst/>
                <a:gdLst>
                  <a:gd name="connsiteX0" fmla="*/ 230861 w 698418"/>
                  <a:gd name="connsiteY0" fmla="*/ 8622 h 656635"/>
                  <a:gd name="connsiteX1" fmla="*/ 698418 w 698418"/>
                  <a:gd name="connsiteY1" fmla="*/ 8622 h 656635"/>
                  <a:gd name="connsiteX2" fmla="*/ 698418 w 698418"/>
                  <a:gd name="connsiteY2" fmla="*/ 92281 h 656635"/>
                  <a:gd name="connsiteX3" fmla="*/ 511309 w 698418"/>
                  <a:gd name="connsiteY3" fmla="*/ 92281 h 656635"/>
                  <a:gd name="connsiteX4" fmla="*/ 511309 w 698418"/>
                  <a:gd name="connsiteY4" fmla="*/ 656635 h 656635"/>
                  <a:gd name="connsiteX5" fmla="*/ 408328 w 698418"/>
                  <a:gd name="connsiteY5" fmla="*/ 656635 h 656635"/>
                  <a:gd name="connsiteX6" fmla="*/ 408328 w 698418"/>
                  <a:gd name="connsiteY6" fmla="*/ 92281 h 656635"/>
                  <a:gd name="connsiteX7" fmla="*/ 230861 w 698418"/>
                  <a:gd name="connsiteY7" fmla="*/ 92281 h 656635"/>
                  <a:gd name="connsiteX8" fmla="*/ 0 w 698418"/>
                  <a:gd name="connsiteY8" fmla="*/ 0 h 656635"/>
                  <a:gd name="connsiteX9" fmla="*/ 102981 w 698418"/>
                  <a:gd name="connsiteY9" fmla="*/ 0 h 656635"/>
                  <a:gd name="connsiteX10" fmla="*/ 102981 w 698418"/>
                  <a:gd name="connsiteY10" fmla="*/ 648015 h 656635"/>
                  <a:gd name="connsiteX11" fmla="*/ 0 w 698418"/>
                  <a:gd name="connsiteY11" fmla="*/ 648015 h 656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8418" h="656635">
                    <a:moveTo>
                      <a:pt x="230861" y="8622"/>
                    </a:moveTo>
                    <a:lnTo>
                      <a:pt x="698418" y="8622"/>
                    </a:lnTo>
                    <a:lnTo>
                      <a:pt x="698418" y="92281"/>
                    </a:lnTo>
                    <a:lnTo>
                      <a:pt x="511309" y="92281"/>
                    </a:lnTo>
                    <a:lnTo>
                      <a:pt x="511309" y="656635"/>
                    </a:lnTo>
                    <a:lnTo>
                      <a:pt x="408328" y="656635"/>
                    </a:lnTo>
                    <a:lnTo>
                      <a:pt x="408328" y="92281"/>
                    </a:lnTo>
                    <a:lnTo>
                      <a:pt x="230861" y="92281"/>
                    </a:lnTo>
                    <a:close/>
                    <a:moveTo>
                      <a:pt x="0" y="0"/>
                    </a:moveTo>
                    <a:lnTo>
                      <a:pt x="102981" y="0"/>
                    </a:lnTo>
                    <a:lnTo>
                      <a:pt x="102981" y="648015"/>
                    </a:lnTo>
                    <a:lnTo>
                      <a:pt x="0" y="64801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16" name="Freeform 11">
                <a:extLst>
                  <a:ext uri="{FF2B5EF4-FFF2-40B4-BE49-F238E27FC236}">
                    <a16:creationId xmlns:a16="http://schemas.microsoft.com/office/drawing/2014/main" id="{3C2FBB23-0786-4368-B68C-3B93E9B46B6E}"/>
                  </a:ext>
                </a:extLst>
              </p:cNvPr>
              <p:cNvSpPr/>
              <p:nvPr userDrawn="1"/>
            </p:nvSpPr>
            <p:spPr>
              <a:xfrm>
                <a:off x="8826385" y="-829458"/>
                <a:ext cx="397795" cy="649814"/>
              </a:xfrm>
              <a:custGeom>
                <a:avLst/>
                <a:gdLst>
                  <a:gd name="connsiteX0" fmla="*/ 0 w 397795"/>
                  <a:gd name="connsiteY0" fmla="*/ 0 h 649816"/>
                  <a:gd name="connsiteX1" fmla="*/ 102981 w 397795"/>
                  <a:gd name="connsiteY1" fmla="*/ 0 h 649816"/>
                  <a:gd name="connsiteX2" fmla="*/ 102981 w 397795"/>
                  <a:gd name="connsiteY2" fmla="*/ 218890 h 649816"/>
                  <a:gd name="connsiteX3" fmla="*/ 294814 w 397795"/>
                  <a:gd name="connsiteY3" fmla="*/ 218890 h 649816"/>
                  <a:gd name="connsiteX4" fmla="*/ 294814 w 397795"/>
                  <a:gd name="connsiteY4" fmla="*/ 136907 h 649816"/>
                  <a:gd name="connsiteX5" fmla="*/ 397795 w 397795"/>
                  <a:gd name="connsiteY5" fmla="*/ 136907 h 649816"/>
                  <a:gd name="connsiteX6" fmla="*/ 397795 w 397795"/>
                  <a:gd name="connsiteY6" fmla="*/ 649816 h 649816"/>
                  <a:gd name="connsiteX7" fmla="*/ 294814 w 397795"/>
                  <a:gd name="connsiteY7" fmla="*/ 649816 h 649816"/>
                  <a:gd name="connsiteX8" fmla="*/ 294814 w 397795"/>
                  <a:gd name="connsiteY8" fmla="*/ 341361 h 649816"/>
                  <a:gd name="connsiteX9" fmla="*/ 102981 w 397795"/>
                  <a:gd name="connsiteY9" fmla="*/ 341361 h 649816"/>
                  <a:gd name="connsiteX10" fmla="*/ 102981 w 397795"/>
                  <a:gd name="connsiteY10" fmla="*/ 648015 h 649816"/>
                  <a:gd name="connsiteX11" fmla="*/ 0 w 397795"/>
                  <a:gd name="connsiteY11" fmla="*/ 648015 h 649816"/>
                  <a:gd name="connsiteX0" fmla="*/ 0 w 397795"/>
                  <a:gd name="connsiteY0" fmla="*/ 0 h 649816"/>
                  <a:gd name="connsiteX1" fmla="*/ 102981 w 397795"/>
                  <a:gd name="connsiteY1" fmla="*/ 0 h 649816"/>
                  <a:gd name="connsiteX2" fmla="*/ 102981 w 397795"/>
                  <a:gd name="connsiteY2" fmla="*/ 218890 h 649816"/>
                  <a:gd name="connsiteX3" fmla="*/ 175752 w 397795"/>
                  <a:gd name="connsiteY3" fmla="*/ 159359 h 649816"/>
                  <a:gd name="connsiteX4" fmla="*/ 294814 w 397795"/>
                  <a:gd name="connsiteY4" fmla="*/ 136907 h 649816"/>
                  <a:gd name="connsiteX5" fmla="*/ 397795 w 397795"/>
                  <a:gd name="connsiteY5" fmla="*/ 136907 h 649816"/>
                  <a:gd name="connsiteX6" fmla="*/ 397795 w 397795"/>
                  <a:gd name="connsiteY6" fmla="*/ 649816 h 649816"/>
                  <a:gd name="connsiteX7" fmla="*/ 294814 w 397795"/>
                  <a:gd name="connsiteY7" fmla="*/ 649816 h 649816"/>
                  <a:gd name="connsiteX8" fmla="*/ 294814 w 397795"/>
                  <a:gd name="connsiteY8" fmla="*/ 341361 h 649816"/>
                  <a:gd name="connsiteX9" fmla="*/ 102981 w 397795"/>
                  <a:gd name="connsiteY9" fmla="*/ 341361 h 649816"/>
                  <a:gd name="connsiteX10" fmla="*/ 102981 w 397795"/>
                  <a:gd name="connsiteY10" fmla="*/ 648015 h 649816"/>
                  <a:gd name="connsiteX11" fmla="*/ 0 w 397795"/>
                  <a:gd name="connsiteY11" fmla="*/ 648015 h 649816"/>
                  <a:gd name="connsiteX12" fmla="*/ 0 w 397795"/>
                  <a:gd name="connsiteY12" fmla="*/ 0 h 649816"/>
                  <a:gd name="connsiteX0" fmla="*/ 0 w 397795"/>
                  <a:gd name="connsiteY0" fmla="*/ 0 h 649816"/>
                  <a:gd name="connsiteX1" fmla="*/ 102981 w 397795"/>
                  <a:gd name="connsiteY1" fmla="*/ 0 h 649816"/>
                  <a:gd name="connsiteX2" fmla="*/ 102981 w 397795"/>
                  <a:gd name="connsiteY2" fmla="*/ 218890 h 649816"/>
                  <a:gd name="connsiteX3" fmla="*/ 175752 w 397795"/>
                  <a:gd name="connsiteY3" fmla="*/ 159359 h 649816"/>
                  <a:gd name="connsiteX4" fmla="*/ 294814 w 397795"/>
                  <a:gd name="connsiteY4" fmla="*/ 136907 h 649816"/>
                  <a:gd name="connsiteX5" fmla="*/ 397795 w 397795"/>
                  <a:gd name="connsiteY5" fmla="*/ 136907 h 649816"/>
                  <a:gd name="connsiteX6" fmla="*/ 396014 w 397795"/>
                  <a:gd name="connsiteY6" fmla="*/ 247058 h 649816"/>
                  <a:gd name="connsiteX7" fmla="*/ 397795 w 397795"/>
                  <a:gd name="connsiteY7" fmla="*/ 649816 h 649816"/>
                  <a:gd name="connsiteX8" fmla="*/ 294814 w 397795"/>
                  <a:gd name="connsiteY8" fmla="*/ 649816 h 649816"/>
                  <a:gd name="connsiteX9" fmla="*/ 294814 w 397795"/>
                  <a:gd name="connsiteY9" fmla="*/ 341361 h 649816"/>
                  <a:gd name="connsiteX10" fmla="*/ 102981 w 397795"/>
                  <a:gd name="connsiteY10" fmla="*/ 341361 h 649816"/>
                  <a:gd name="connsiteX11" fmla="*/ 102981 w 397795"/>
                  <a:gd name="connsiteY11" fmla="*/ 648015 h 649816"/>
                  <a:gd name="connsiteX12" fmla="*/ 0 w 397795"/>
                  <a:gd name="connsiteY12" fmla="*/ 648015 h 649816"/>
                  <a:gd name="connsiteX13" fmla="*/ 0 w 397795"/>
                  <a:gd name="connsiteY13" fmla="*/ 0 h 649816"/>
                  <a:gd name="connsiteX0" fmla="*/ 0 w 397795"/>
                  <a:gd name="connsiteY0" fmla="*/ 0 h 649816"/>
                  <a:gd name="connsiteX1" fmla="*/ 102981 w 397795"/>
                  <a:gd name="connsiteY1" fmla="*/ 0 h 649816"/>
                  <a:gd name="connsiteX2" fmla="*/ 102981 w 397795"/>
                  <a:gd name="connsiteY2" fmla="*/ 218890 h 649816"/>
                  <a:gd name="connsiteX3" fmla="*/ 175752 w 397795"/>
                  <a:gd name="connsiteY3" fmla="*/ 159359 h 649816"/>
                  <a:gd name="connsiteX4" fmla="*/ 294814 w 397795"/>
                  <a:gd name="connsiteY4" fmla="*/ 136907 h 649816"/>
                  <a:gd name="connsiteX5" fmla="*/ 396014 w 397795"/>
                  <a:gd name="connsiteY5" fmla="*/ 247058 h 649816"/>
                  <a:gd name="connsiteX6" fmla="*/ 397795 w 397795"/>
                  <a:gd name="connsiteY6" fmla="*/ 649816 h 649816"/>
                  <a:gd name="connsiteX7" fmla="*/ 294814 w 397795"/>
                  <a:gd name="connsiteY7" fmla="*/ 649816 h 649816"/>
                  <a:gd name="connsiteX8" fmla="*/ 294814 w 397795"/>
                  <a:gd name="connsiteY8" fmla="*/ 341361 h 649816"/>
                  <a:gd name="connsiteX9" fmla="*/ 102981 w 397795"/>
                  <a:gd name="connsiteY9" fmla="*/ 341361 h 649816"/>
                  <a:gd name="connsiteX10" fmla="*/ 102981 w 397795"/>
                  <a:gd name="connsiteY10" fmla="*/ 648015 h 649816"/>
                  <a:gd name="connsiteX11" fmla="*/ 0 w 397795"/>
                  <a:gd name="connsiteY11" fmla="*/ 648015 h 649816"/>
                  <a:gd name="connsiteX12" fmla="*/ 0 w 397795"/>
                  <a:gd name="connsiteY12" fmla="*/ 0 h 649816"/>
                  <a:gd name="connsiteX0" fmla="*/ 0 w 397795"/>
                  <a:gd name="connsiteY0" fmla="*/ 0 h 649816"/>
                  <a:gd name="connsiteX1" fmla="*/ 102981 w 397795"/>
                  <a:gd name="connsiteY1" fmla="*/ 0 h 649816"/>
                  <a:gd name="connsiteX2" fmla="*/ 102981 w 397795"/>
                  <a:gd name="connsiteY2" fmla="*/ 218890 h 649816"/>
                  <a:gd name="connsiteX3" fmla="*/ 175752 w 397795"/>
                  <a:gd name="connsiteY3" fmla="*/ 159359 h 649816"/>
                  <a:gd name="connsiteX4" fmla="*/ 396014 w 397795"/>
                  <a:gd name="connsiteY4" fmla="*/ 247058 h 649816"/>
                  <a:gd name="connsiteX5" fmla="*/ 397795 w 397795"/>
                  <a:gd name="connsiteY5" fmla="*/ 649816 h 649816"/>
                  <a:gd name="connsiteX6" fmla="*/ 294814 w 397795"/>
                  <a:gd name="connsiteY6" fmla="*/ 649816 h 649816"/>
                  <a:gd name="connsiteX7" fmla="*/ 294814 w 397795"/>
                  <a:gd name="connsiteY7" fmla="*/ 341361 h 649816"/>
                  <a:gd name="connsiteX8" fmla="*/ 102981 w 397795"/>
                  <a:gd name="connsiteY8" fmla="*/ 341361 h 649816"/>
                  <a:gd name="connsiteX9" fmla="*/ 102981 w 397795"/>
                  <a:gd name="connsiteY9" fmla="*/ 648015 h 649816"/>
                  <a:gd name="connsiteX10" fmla="*/ 0 w 397795"/>
                  <a:gd name="connsiteY10" fmla="*/ 648015 h 649816"/>
                  <a:gd name="connsiteX11" fmla="*/ 0 w 397795"/>
                  <a:gd name="connsiteY11" fmla="*/ 0 h 649816"/>
                  <a:gd name="connsiteX0" fmla="*/ 0 w 397795"/>
                  <a:gd name="connsiteY0" fmla="*/ 0 h 649816"/>
                  <a:gd name="connsiteX1" fmla="*/ 102981 w 397795"/>
                  <a:gd name="connsiteY1" fmla="*/ 0 h 649816"/>
                  <a:gd name="connsiteX2" fmla="*/ 102981 w 397795"/>
                  <a:gd name="connsiteY2" fmla="*/ 218890 h 649816"/>
                  <a:gd name="connsiteX3" fmla="*/ 396014 w 397795"/>
                  <a:gd name="connsiteY3" fmla="*/ 247058 h 649816"/>
                  <a:gd name="connsiteX4" fmla="*/ 397795 w 397795"/>
                  <a:gd name="connsiteY4" fmla="*/ 649816 h 649816"/>
                  <a:gd name="connsiteX5" fmla="*/ 294814 w 397795"/>
                  <a:gd name="connsiteY5" fmla="*/ 649816 h 649816"/>
                  <a:gd name="connsiteX6" fmla="*/ 294814 w 397795"/>
                  <a:gd name="connsiteY6" fmla="*/ 341361 h 649816"/>
                  <a:gd name="connsiteX7" fmla="*/ 102981 w 397795"/>
                  <a:gd name="connsiteY7" fmla="*/ 341361 h 649816"/>
                  <a:gd name="connsiteX8" fmla="*/ 102981 w 397795"/>
                  <a:gd name="connsiteY8" fmla="*/ 648015 h 649816"/>
                  <a:gd name="connsiteX9" fmla="*/ 0 w 397795"/>
                  <a:gd name="connsiteY9" fmla="*/ 648015 h 649816"/>
                  <a:gd name="connsiteX10" fmla="*/ 0 w 397795"/>
                  <a:gd name="connsiteY10" fmla="*/ 0 h 649816"/>
                  <a:gd name="connsiteX0" fmla="*/ 0 w 397795"/>
                  <a:gd name="connsiteY0" fmla="*/ 0 h 649816"/>
                  <a:gd name="connsiteX1" fmla="*/ 102981 w 397795"/>
                  <a:gd name="connsiteY1" fmla="*/ 0 h 649816"/>
                  <a:gd name="connsiteX2" fmla="*/ 102981 w 397795"/>
                  <a:gd name="connsiteY2" fmla="*/ 218890 h 649816"/>
                  <a:gd name="connsiteX3" fmla="*/ 396014 w 397795"/>
                  <a:gd name="connsiteY3" fmla="*/ 247058 h 649816"/>
                  <a:gd name="connsiteX4" fmla="*/ 397795 w 397795"/>
                  <a:gd name="connsiteY4" fmla="*/ 649816 h 649816"/>
                  <a:gd name="connsiteX5" fmla="*/ 294814 w 397795"/>
                  <a:gd name="connsiteY5" fmla="*/ 649816 h 649816"/>
                  <a:gd name="connsiteX6" fmla="*/ 294814 w 397795"/>
                  <a:gd name="connsiteY6" fmla="*/ 341361 h 649816"/>
                  <a:gd name="connsiteX7" fmla="*/ 102981 w 397795"/>
                  <a:gd name="connsiteY7" fmla="*/ 341361 h 649816"/>
                  <a:gd name="connsiteX8" fmla="*/ 102981 w 397795"/>
                  <a:gd name="connsiteY8" fmla="*/ 648015 h 649816"/>
                  <a:gd name="connsiteX9" fmla="*/ 0 w 397795"/>
                  <a:gd name="connsiteY9" fmla="*/ 648015 h 649816"/>
                  <a:gd name="connsiteX10" fmla="*/ 0 w 397795"/>
                  <a:gd name="connsiteY10" fmla="*/ 0 h 649816"/>
                  <a:gd name="connsiteX0" fmla="*/ 0 w 397795"/>
                  <a:gd name="connsiteY0" fmla="*/ 0 h 649816"/>
                  <a:gd name="connsiteX1" fmla="*/ 102981 w 397795"/>
                  <a:gd name="connsiteY1" fmla="*/ 0 h 649816"/>
                  <a:gd name="connsiteX2" fmla="*/ 102981 w 397795"/>
                  <a:gd name="connsiteY2" fmla="*/ 218890 h 649816"/>
                  <a:gd name="connsiteX3" fmla="*/ 396014 w 397795"/>
                  <a:gd name="connsiteY3" fmla="*/ 247058 h 649816"/>
                  <a:gd name="connsiteX4" fmla="*/ 397795 w 397795"/>
                  <a:gd name="connsiteY4" fmla="*/ 649816 h 649816"/>
                  <a:gd name="connsiteX5" fmla="*/ 294814 w 397795"/>
                  <a:gd name="connsiteY5" fmla="*/ 649816 h 649816"/>
                  <a:gd name="connsiteX6" fmla="*/ 294814 w 397795"/>
                  <a:gd name="connsiteY6" fmla="*/ 341361 h 649816"/>
                  <a:gd name="connsiteX7" fmla="*/ 102981 w 397795"/>
                  <a:gd name="connsiteY7" fmla="*/ 341361 h 649816"/>
                  <a:gd name="connsiteX8" fmla="*/ 102981 w 397795"/>
                  <a:gd name="connsiteY8" fmla="*/ 648015 h 649816"/>
                  <a:gd name="connsiteX9" fmla="*/ 0 w 397795"/>
                  <a:gd name="connsiteY9" fmla="*/ 648015 h 649816"/>
                  <a:gd name="connsiteX10" fmla="*/ 0 w 397795"/>
                  <a:gd name="connsiteY10" fmla="*/ 0 h 649816"/>
                  <a:gd name="connsiteX0" fmla="*/ 0 w 397795"/>
                  <a:gd name="connsiteY0" fmla="*/ 0 h 649816"/>
                  <a:gd name="connsiteX1" fmla="*/ 102981 w 397795"/>
                  <a:gd name="connsiteY1" fmla="*/ 0 h 649816"/>
                  <a:gd name="connsiteX2" fmla="*/ 102981 w 397795"/>
                  <a:gd name="connsiteY2" fmla="*/ 218890 h 649816"/>
                  <a:gd name="connsiteX3" fmla="*/ 396014 w 397795"/>
                  <a:gd name="connsiteY3" fmla="*/ 247058 h 649816"/>
                  <a:gd name="connsiteX4" fmla="*/ 397795 w 397795"/>
                  <a:gd name="connsiteY4" fmla="*/ 649816 h 649816"/>
                  <a:gd name="connsiteX5" fmla="*/ 294814 w 397795"/>
                  <a:gd name="connsiteY5" fmla="*/ 649816 h 649816"/>
                  <a:gd name="connsiteX6" fmla="*/ 294814 w 397795"/>
                  <a:gd name="connsiteY6" fmla="*/ 341361 h 649816"/>
                  <a:gd name="connsiteX7" fmla="*/ 102981 w 397795"/>
                  <a:gd name="connsiteY7" fmla="*/ 341361 h 649816"/>
                  <a:gd name="connsiteX8" fmla="*/ 102981 w 397795"/>
                  <a:gd name="connsiteY8" fmla="*/ 648015 h 649816"/>
                  <a:gd name="connsiteX9" fmla="*/ 0 w 397795"/>
                  <a:gd name="connsiteY9" fmla="*/ 648015 h 649816"/>
                  <a:gd name="connsiteX10" fmla="*/ 0 w 397795"/>
                  <a:gd name="connsiteY10" fmla="*/ 0 h 649816"/>
                  <a:gd name="connsiteX0" fmla="*/ 0 w 397795"/>
                  <a:gd name="connsiteY0" fmla="*/ 0 h 649816"/>
                  <a:gd name="connsiteX1" fmla="*/ 102981 w 397795"/>
                  <a:gd name="connsiteY1" fmla="*/ 0 h 649816"/>
                  <a:gd name="connsiteX2" fmla="*/ 102981 w 397795"/>
                  <a:gd name="connsiteY2" fmla="*/ 218890 h 649816"/>
                  <a:gd name="connsiteX3" fmla="*/ 396014 w 397795"/>
                  <a:gd name="connsiteY3" fmla="*/ 247058 h 649816"/>
                  <a:gd name="connsiteX4" fmla="*/ 397795 w 397795"/>
                  <a:gd name="connsiteY4" fmla="*/ 649816 h 649816"/>
                  <a:gd name="connsiteX5" fmla="*/ 294814 w 397795"/>
                  <a:gd name="connsiteY5" fmla="*/ 649816 h 649816"/>
                  <a:gd name="connsiteX6" fmla="*/ 294814 w 397795"/>
                  <a:gd name="connsiteY6" fmla="*/ 341361 h 649816"/>
                  <a:gd name="connsiteX7" fmla="*/ 102981 w 397795"/>
                  <a:gd name="connsiteY7" fmla="*/ 341361 h 649816"/>
                  <a:gd name="connsiteX8" fmla="*/ 102981 w 397795"/>
                  <a:gd name="connsiteY8" fmla="*/ 648015 h 649816"/>
                  <a:gd name="connsiteX9" fmla="*/ 0 w 397795"/>
                  <a:gd name="connsiteY9" fmla="*/ 648015 h 649816"/>
                  <a:gd name="connsiteX10" fmla="*/ 0 w 397795"/>
                  <a:gd name="connsiteY10" fmla="*/ 0 h 649816"/>
                  <a:gd name="connsiteX0" fmla="*/ 0 w 397795"/>
                  <a:gd name="connsiteY0" fmla="*/ 0 h 649816"/>
                  <a:gd name="connsiteX1" fmla="*/ 102981 w 397795"/>
                  <a:gd name="connsiteY1" fmla="*/ 0 h 649816"/>
                  <a:gd name="connsiteX2" fmla="*/ 102981 w 397795"/>
                  <a:gd name="connsiteY2" fmla="*/ 218890 h 649816"/>
                  <a:gd name="connsiteX3" fmla="*/ 396014 w 397795"/>
                  <a:gd name="connsiteY3" fmla="*/ 247058 h 649816"/>
                  <a:gd name="connsiteX4" fmla="*/ 397795 w 397795"/>
                  <a:gd name="connsiteY4" fmla="*/ 649816 h 649816"/>
                  <a:gd name="connsiteX5" fmla="*/ 294814 w 397795"/>
                  <a:gd name="connsiteY5" fmla="*/ 649816 h 649816"/>
                  <a:gd name="connsiteX6" fmla="*/ 294814 w 397795"/>
                  <a:gd name="connsiteY6" fmla="*/ 341361 h 649816"/>
                  <a:gd name="connsiteX7" fmla="*/ 102981 w 397795"/>
                  <a:gd name="connsiteY7" fmla="*/ 341361 h 649816"/>
                  <a:gd name="connsiteX8" fmla="*/ 102981 w 397795"/>
                  <a:gd name="connsiteY8" fmla="*/ 648015 h 649816"/>
                  <a:gd name="connsiteX9" fmla="*/ 0 w 397795"/>
                  <a:gd name="connsiteY9" fmla="*/ 648015 h 649816"/>
                  <a:gd name="connsiteX10" fmla="*/ 0 w 397795"/>
                  <a:gd name="connsiteY10" fmla="*/ 0 h 649816"/>
                  <a:gd name="connsiteX0" fmla="*/ 0 w 397795"/>
                  <a:gd name="connsiteY0" fmla="*/ 0 h 649816"/>
                  <a:gd name="connsiteX1" fmla="*/ 102981 w 397795"/>
                  <a:gd name="connsiteY1" fmla="*/ 0 h 649816"/>
                  <a:gd name="connsiteX2" fmla="*/ 102981 w 397795"/>
                  <a:gd name="connsiteY2" fmla="*/ 218890 h 649816"/>
                  <a:gd name="connsiteX3" fmla="*/ 396014 w 397795"/>
                  <a:gd name="connsiteY3" fmla="*/ 247058 h 649816"/>
                  <a:gd name="connsiteX4" fmla="*/ 397795 w 397795"/>
                  <a:gd name="connsiteY4" fmla="*/ 649816 h 649816"/>
                  <a:gd name="connsiteX5" fmla="*/ 294814 w 397795"/>
                  <a:gd name="connsiteY5" fmla="*/ 649816 h 649816"/>
                  <a:gd name="connsiteX6" fmla="*/ 294814 w 397795"/>
                  <a:gd name="connsiteY6" fmla="*/ 341361 h 649816"/>
                  <a:gd name="connsiteX7" fmla="*/ 102981 w 397795"/>
                  <a:gd name="connsiteY7" fmla="*/ 341361 h 649816"/>
                  <a:gd name="connsiteX8" fmla="*/ 102981 w 397795"/>
                  <a:gd name="connsiteY8" fmla="*/ 648015 h 649816"/>
                  <a:gd name="connsiteX9" fmla="*/ 0 w 397795"/>
                  <a:gd name="connsiteY9" fmla="*/ 648015 h 649816"/>
                  <a:gd name="connsiteX10" fmla="*/ 0 w 397795"/>
                  <a:gd name="connsiteY10" fmla="*/ 0 h 649816"/>
                  <a:gd name="connsiteX0" fmla="*/ 0 w 397795"/>
                  <a:gd name="connsiteY0" fmla="*/ 0 h 649816"/>
                  <a:gd name="connsiteX1" fmla="*/ 102981 w 397795"/>
                  <a:gd name="connsiteY1" fmla="*/ 0 h 649816"/>
                  <a:gd name="connsiteX2" fmla="*/ 102981 w 397795"/>
                  <a:gd name="connsiteY2" fmla="*/ 218890 h 649816"/>
                  <a:gd name="connsiteX3" fmla="*/ 396014 w 397795"/>
                  <a:gd name="connsiteY3" fmla="*/ 247058 h 649816"/>
                  <a:gd name="connsiteX4" fmla="*/ 397795 w 397795"/>
                  <a:gd name="connsiteY4" fmla="*/ 649816 h 649816"/>
                  <a:gd name="connsiteX5" fmla="*/ 294814 w 397795"/>
                  <a:gd name="connsiteY5" fmla="*/ 649816 h 649816"/>
                  <a:gd name="connsiteX6" fmla="*/ 294814 w 397795"/>
                  <a:gd name="connsiteY6" fmla="*/ 341361 h 649816"/>
                  <a:gd name="connsiteX7" fmla="*/ 102981 w 397795"/>
                  <a:gd name="connsiteY7" fmla="*/ 341361 h 649816"/>
                  <a:gd name="connsiteX8" fmla="*/ 102981 w 397795"/>
                  <a:gd name="connsiteY8" fmla="*/ 648015 h 649816"/>
                  <a:gd name="connsiteX9" fmla="*/ 0 w 397795"/>
                  <a:gd name="connsiteY9" fmla="*/ 648015 h 649816"/>
                  <a:gd name="connsiteX10" fmla="*/ 0 w 397795"/>
                  <a:gd name="connsiteY10" fmla="*/ 0 h 649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7795" h="649816">
                    <a:moveTo>
                      <a:pt x="0" y="0"/>
                    </a:moveTo>
                    <a:lnTo>
                      <a:pt x="102981" y="0"/>
                    </a:lnTo>
                    <a:lnTo>
                      <a:pt x="102981" y="218890"/>
                    </a:lnTo>
                    <a:cubicBezTo>
                      <a:pt x="322102" y="33016"/>
                      <a:pt x="391205" y="218618"/>
                      <a:pt x="396014" y="247058"/>
                    </a:cubicBezTo>
                    <a:cubicBezTo>
                      <a:pt x="396608" y="381311"/>
                      <a:pt x="397201" y="515563"/>
                      <a:pt x="397795" y="649816"/>
                    </a:cubicBezTo>
                    <a:lnTo>
                      <a:pt x="294814" y="649816"/>
                    </a:lnTo>
                    <a:lnTo>
                      <a:pt x="294814" y="341361"/>
                    </a:lnTo>
                    <a:cubicBezTo>
                      <a:pt x="278495" y="181817"/>
                      <a:pt x="124063" y="253255"/>
                      <a:pt x="102981" y="341361"/>
                    </a:cubicBezTo>
                    <a:lnTo>
                      <a:pt x="102981" y="648015"/>
                    </a:lnTo>
                    <a:lnTo>
                      <a:pt x="0" y="648015"/>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17" name="Freeform 12">
                <a:extLst>
                  <a:ext uri="{FF2B5EF4-FFF2-40B4-BE49-F238E27FC236}">
                    <a16:creationId xmlns:a16="http://schemas.microsoft.com/office/drawing/2014/main" id="{EB994DD7-793D-4578-ABCA-029AA093807D}"/>
                  </a:ext>
                </a:extLst>
              </p:cNvPr>
              <p:cNvSpPr/>
              <p:nvPr userDrawn="1"/>
            </p:nvSpPr>
            <p:spPr>
              <a:xfrm>
                <a:off x="11090741" y="-679156"/>
                <a:ext cx="450726" cy="506503"/>
              </a:xfrm>
              <a:custGeom>
                <a:avLst/>
                <a:gdLst>
                  <a:gd name="connsiteX0" fmla="*/ 328620 w 477244"/>
                  <a:gd name="connsiteY0" fmla="*/ 314225 h 488944"/>
                  <a:gd name="connsiteX1" fmla="*/ 329182 w 477244"/>
                  <a:gd name="connsiteY1" fmla="*/ 314225 h 488944"/>
                  <a:gd name="connsiteX2" fmla="*/ 328906 w 477244"/>
                  <a:gd name="connsiteY2" fmla="*/ 314930 h 488944"/>
                  <a:gd name="connsiteX3" fmla="*/ 230640 w 477244"/>
                  <a:gd name="connsiteY3" fmla="*/ 72173 h 488944"/>
                  <a:gd name="connsiteX4" fmla="*/ 109957 w 477244"/>
                  <a:gd name="connsiteY4" fmla="*/ 189046 h 488944"/>
                  <a:gd name="connsiteX5" fmla="*/ 110485 w 477244"/>
                  <a:gd name="connsiteY5" fmla="*/ 191576 h 488944"/>
                  <a:gd name="connsiteX6" fmla="*/ 350794 w 477244"/>
                  <a:gd name="connsiteY6" fmla="*/ 191576 h 488944"/>
                  <a:gd name="connsiteX7" fmla="*/ 351322 w 477244"/>
                  <a:gd name="connsiteY7" fmla="*/ 189046 h 488944"/>
                  <a:gd name="connsiteX8" fmla="*/ 230640 w 477244"/>
                  <a:gd name="connsiteY8" fmla="*/ 72173 h 488944"/>
                  <a:gd name="connsiteX9" fmla="*/ 238622 w 477244"/>
                  <a:gd name="connsiteY9" fmla="*/ 0 h 488944"/>
                  <a:gd name="connsiteX10" fmla="*/ 477244 w 477244"/>
                  <a:gd name="connsiteY10" fmla="*/ 244472 h 488944"/>
                  <a:gd name="connsiteX11" fmla="*/ 475101 w 477244"/>
                  <a:gd name="connsiteY11" fmla="*/ 266254 h 488944"/>
                  <a:gd name="connsiteX12" fmla="*/ 121998 w 477244"/>
                  <a:gd name="connsiteY12" fmla="*/ 266254 h 488944"/>
                  <a:gd name="connsiteX13" fmla="*/ 121998 w 477244"/>
                  <a:gd name="connsiteY13" fmla="*/ 314225 h 488944"/>
                  <a:gd name="connsiteX14" fmla="*/ 123932 w 477244"/>
                  <a:gd name="connsiteY14" fmla="*/ 314225 h 488944"/>
                  <a:gd name="connsiteX15" fmla="*/ 121999 w 477244"/>
                  <a:gd name="connsiteY15" fmla="*/ 318997 h 488944"/>
                  <a:gd name="connsiteX16" fmla="*/ 226276 w 477244"/>
                  <a:gd name="connsiteY16" fmla="*/ 370965 h 488944"/>
                  <a:gd name="connsiteX17" fmla="*/ 300011 w 477244"/>
                  <a:gd name="connsiteY17" fmla="*/ 355744 h 488944"/>
                  <a:gd name="connsiteX18" fmla="*/ 318420 w 477244"/>
                  <a:gd name="connsiteY18" fmla="*/ 342137 h 488944"/>
                  <a:gd name="connsiteX19" fmla="*/ 430865 w 477244"/>
                  <a:gd name="connsiteY19" fmla="*/ 386283 h 488944"/>
                  <a:gd name="connsiteX20" fmla="*/ 422754 w 477244"/>
                  <a:gd name="connsiteY20" fmla="*/ 399979 h 488944"/>
                  <a:gd name="connsiteX21" fmla="*/ 238622 w 477244"/>
                  <a:gd name="connsiteY21" fmla="*/ 488944 h 488944"/>
                  <a:gd name="connsiteX22" fmla="*/ 0 w 477244"/>
                  <a:gd name="connsiteY22" fmla="*/ 244472 h 488944"/>
                  <a:gd name="connsiteX23" fmla="*/ 238622 w 477244"/>
                  <a:gd name="connsiteY23" fmla="*/ 0 h 488944"/>
                  <a:gd name="connsiteX0" fmla="*/ 328620 w 477244"/>
                  <a:gd name="connsiteY0" fmla="*/ 314225 h 489849"/>
                  <a:gd name="connsiteX1" fmla="*/ 329182 w 477244"/>
                  <a:gd name="connsiteY1" fmla="*/ 314225 h 489849"/>
                  <a:gd name="connsiteX2" fmla="*/ 328906 w 477244"/>
                  <a:gd name="connsiteY2" fmla="*/ 314930 h 489849"/>
                  <a:gd name="connsiteX3" fmla="*/ 328620 w 477244"/>
                  <a:gd name="connsiteY3" fmla="*/ 314225 h 489849"/>
                  <a:gd name="connsiteX4" fmla="*/ 230640 w 477244"/>
                  <a:gd name="connsiteY4" fmla="*/ 72173 h 489849"/>
                  <a:gd name="connsiteX5" fmla="*/ 109957 w 477244"/>
                  <a:gd name="connsiteY5" fmla="*/ 189046 h 489849"/>
                  <a:gd name="connsiteX6" fmla="*/ 110485 w 477244"/>
                  <a:gd name="connsiteY6" fmla="*/ 191576 h 489849"/>
                  <a:gd name="connsiteX7" fmla="*/ 350794 w 477244"/>
                  <a:gd name="connsiteY7" fmla="*/ 191576 h 489849"/>
                  <a:gd name="connsiteX8" fmla="*/ 351322 w 477244"/>
                  <a:gd name="connsiteY8" fmla="*/ 189046 h 489849"/>
                  <a:gd name="connsiteX9" fmla="*/ 230640 w 477244"/>
                  <a:gd name="connsiteY9" fmla="*/ 72173 h 489849"/>
                  <a:gd name="connsiteX10" fmla="*/ 238622 w 477244"/>
                  <a:gd name="connsiteY10" fmla="*/ 0 h 489849"/>
                  <a:gd name="connsiteX11" fmla="*/ 477244 w 477244"/>
                  <a:gd name="connsiteY11" fmla="*/ 244472 h 489849"/>
                  <a:gd name="connsiteX12" fmla="*/ 475101 w 477244"/>
                  <a:gd name="connsiteY12" fmla="*/ 266254 h 489849"/>
                  <a:gd name="connsiteX13" fmla="*/ 121998 w 477244"/>
                  <a:gd name="connsiteY13" fmla="*/ 266254 h 489849"/>
                  <a:gd name="connsiteX14" fmla="*/ 121998 w 477244"/>
                  <a:gd name="connsiteY14" fmla="*/ 314225 h 489849"/>
                  <a:gd name="connsiteX15" fmla="*/ 123932 w 477244"/>
                  <a:gd name="connsiteY15" fmla="*/ 314225 h 489849"/>
                  <a:gd name="connsiteX16" fmla="*/ 121999 w 477244"/>
                  <a:gd name="connsiteY16" fmla="*/ 318997 h 489849"/>
                  <a:gd name="connsiteX17" fmla="*/ 226276 w 477244"/>
                  <a:gd name="connsiteY17" fmla="*/ 370965 h 489849"/>
                  <a:gd name="connsiteX18" fmla="*/ 300011 w 477244"/>
                  <a:gd name="connsiteY18" fmla="*/ 355744 h 489849"/>
                  <a:gd name="connsiteX19" fmla="*/ 318420 w 477244"/>
                  <a:gd name="connsiteY19" fmla="*/ 342137 h 489849"/>
                  <a:gd name="connsiteX20" fmla="*/ 430865 w 477244"/>
                  <a:gd name="connsiteY20" fmla="*/ 386283 h 489849"/>
                  <a:gd name="connsiteX21" fmla="*/ 379824 w 477244"/>
                  <a:gd name="connsiteY21" fmla="*/ 445572 h 489849"/>
                  <a:gd name="connsiteX22" fmla="*/ 238622 w 477244"/>
                  <a:gd name="connsiteY22" fmla="*/ 488944 h 489849"/>
                  <a:gd name="connsiteX23" fmla="*/ 0 w 477244"/>
                  <a:gd name="connsiteY23" fmla="*/ 244472 h 489849"/>
                  <a:gd name="connsiteX24" fmla="*/ 238622 w 477244"/>
                  <a:gd name="connsiteY24" fmla="*/ 0 h 489849"/>
                  <a:gd name="connsiteX0" fmla="*/ 328620 w 477244"/>
                  <a:gd name="connsiteY0" fmla="*/ 314225 h 489849"/>
                  <a:gd name="connsiteX1" fmla="*/ 329182 w 477244"/>
                  <a:gd name="connsiteY1" fmla="*/ 314225 h 489849"/>
                  <a:gd name="connsiteX2" fmla="*/ 328906 w 477244"/>
                  <a:gd name="connsiteY2" fmla="*/ 314930 h 489849"/>
                  <a:gd name="connsiteX3" fmla="*/ 328620 w 477244"/>
                  <a:gd name="connsiteY3" fmla="*/ 314225 h 489849"/>
                  <a:gd name="connsiteX4" fmla="*/ 230640 w 477244"/>
                  <a:gd name="connsiteY4" fmla="*/ 72173 h 489849"/>
                  <a:gd name="connsiteX5" fmla="*/ 109957 w 477244"/>
                  <a:gd name="connsiteY5" fmla="*/ 189046 h 489849"/>
                  <a:gd name="connsiteX6" fmla="*/ 110485 w 477244"/>
                  <a:gd name="connsiteY6" fmla="*/ 191576 h 489849"/>
                  <a:gd name="connsiteX7" fmla="*/ 350794 w 477244"/>
                  <a:gd name="connsiteY7" fmla="*/ 191576 h 489849"/>
                  <a:gd name="connsiteX8" fmla="*/ 351322 w 477244"/>
                  <a:gd name="connsiteY8" fmla="*/ 189046 h 489849"/>
                  <a:gd name="connsiteX9" fmla="*/ 230640 w 477244"/>
                  <a:gd name="connsiteY9" fmla="*/ 72173 h 489849"/>
                  <a:gd name="connsiteX10" fmla="*/ 238622 w 477244"/>
                  <a:gd name="connsiteY10" fmla="*/ 0 h 489849"/>
                  <a:gd name="connsiteX11" fmla="*/ 477244 w 477244"/>
                  <a:gd name="connsiteY11" fmla="*/ 244472 h 489849"/>
                  <a:gd name="connsiteX12" fmla="*/ 475101 w 477244"/>
                  <a:gd name="connsiteY12" fmla="*/ 266254 h 489849"/>
                  <a:gd name="connsiteX13" fmla="*/ 121998 w 477244"/>
                  <a:gd name="connsiteY13" fmla="*/ 266254 h 489849"/>
                  <a:gd name="connsiteX14" fmla="*/ 121998 w 477244"/>
                  <a:gd name="connsiteY14" fmla="*/ 314225 h 489849"/>
                  <a:gd name="connsiteX15" fmla="*/ 123932 w 477244"/>
                  <a:gd name="connsiteY15" fmla="*/ 314225 h 489849"/>
                  <a:gd name="connsiteX16" fmla="*/ 121999 w 477244"/>
                  <a:gd name="connsiteY16" fmla="*/ 318997 h 489849"/>
                  <a:gd name="connsiteX17" fmla="*/ 226276 w 477244"/>
                  <a:gd name="connsiteY17" fmla="*/ 370965 h 489849"/>
                  <a:gd name="connsiteX18" fmla="*/ 300011 w 477244"/>
                  <a:gd name="connsiteY18" fmla="*/ 355744 h 489849"/>
                  <a:gd name="connsiteX19" fmla="*/ 318420 w 477244"/>
                  <a:gd name="connsiteY19" fmla="*/ 342137 h 489849"/>
                  <a:gd name="connsiteX20" fmla="*/ 471112 w 477244"/>
                  <a:gd name="connsiteY20" fmla="*/ 371085 h 489849"/>
                  <a:gd name="connsiteX21" fmla="*/ 379824 w 477244"/>
                  <a:gd name="connsiteY21" fmla="*/ 445572 h 489849"/>
                  <a:gd name="connsiteX22" fmla="*/ 238622 w 477244"/>
                  <a:gd name="connsiteY22" fmla="*/ 488944 h 489849"/>
                  <a:gd name="connsiteX23" fmla="*/ 0 w 477244"/>
                  <a:gd name="connsiteY23" fmla="*/ 244472 h 489849"/>
                  <a:gd name="connsiteX24" fmla="*/ 238622 w 477244"/>
                  <a:gd name="connsiteY24" fmla="*/ 0 h 489849"/>
                  <a:gd name="connsiteX0" fmla="*/ 328620 w 477244"/>
                  <a:gd name="connsiteY0" fmla="*/ 314225 h 489849"/>
                  <a:gd name="connsiteX1" fmla="*/ 329182 w 477244"/>
                  <a:gd name="connsiteY1" fmla="*/ 314225 h 489849"/>
                  <a:gd name="connsiteX2" fmla="*/ 328906 w 477244"/>
                  <a:gd name="connsiteY2" fmla="*/ 314930 h 489849"/>
                  <a:gd name="connsiteX3" fmla="*/ 328620 w 477244"/>
                  <a:gd name="connsiteY3" fmla="*/ 314225 h 489849"/>
                  <a:gd name="connsiteX4" fmla="*/ 230640 w 477244"/>
                  <a:gd name="connsiteY4" fmla="*/ 72173 h 489849"/>
                  <a:gd name="connsiteX5" fmla="*/ 109957 w 477244"/>
                  <a:gd name="connsiteY5" fmla="*/ 189046 h 489849"/>
                  <a:gd name="connsiteX6" fmla="*/ 110485 w 477244"/>
                  <a:gd name="connsiteY6" fmla="*/ 191576 h 489849"/>
                  <a:gd name="connsiteX7" fmla="*/ 350794 w 477244"/>
                  <a:gd name="connsiteY7" fmla="*/ 191576 h 489849"/>
                  <a:gd name="connsiteX8" fmla="*/ 351322 w 477244"/>
                  <a:gd name="connsiteY8" fmla="*/ 189046 h 489849"/>
                  <a:gd name="connsiteX9" fmla="*/ 230640 w 477244"/>
                  <a:gd name="connsiteY9" fmla="*/ 72173 h 489849"/>
                  <a:gd name="connsiteX10" fmla="*/ 238622 w 477244"/>
                  <a:gd name="connsiteY10" fmla="*/ 0 h 489849"/>
                  <a:gd name="connsiteX11" fmla="*/ 477244 w 477244"/>
                  <a:gd name="connsiteY11" fmla="*/ 244472 h 489849"/>
                  <a:gd name="connsiteX12" fmla="*/ 475101 w 477244"/>
                  <a:gd name="connsiteY12" fmla="*/ 266254 h 489849"/>
                  <a:gd name="connsiteX13" fmla="*/ 121998 w 477244"/>
                  <a:gd name="connsiteY13" fmla="*/ 266254 h 489849"/>
                  <a:gd name="connsiteX14" fmla="*/ 121998 w 477244"/>
                  <a:gd name="connsiteY14" fmla="*/ 314225 h 489849"/>
                  <a:gd name="connsiteX15" fmla="*/ 123932 w 477244"/>
                  <a:gd name="connsiteY15" fmla="*/ 314225 h 489849"/>
                  <a:gd name="connsiteX16" fmla="*/ 121999 w 477244"/>
                  <a:gd name="connsiteY16" fmla="*/ 318997 h 489849"/>
                  <a:gd name="connsiteX17" fmla="*/ 226276 w 477244"/>
                  <a:gd name="connsiteY17" fmla="*/ 370965 h 489849"/>
                  <a:gd name="connsiteX18" fmla="*/ 300011 w 477244"/>
                  <a:gd name="connsiteY18" fmla="*/ 355744 h 489849"/>
                  <a:gd name="connsiteX19" fmla="*/ 377449 w 477244"/>
                  <a:gd name="connsiteY19" fmla="*/ 332005 h 489849"/>
                  <a:gd name="connsiteX20" fmla="*/ 471112 w 477244"/>
                  <a:gd name="connsiteY20" fmla="*/ 371085 h 489849"/>
                  <a:gd name="connsiteX21" fmla="*/ 379824 w 477244"/>
                  <a:gd name="connsiteY21" fmla="*/ 445572 h 489849"/>
                  <a:gd name="connsiteX22" fmla="*/ 238622 w 477244"/>
                  <a:gd name="connsiteY22" fmla="*/ 488944 h 489849"/>
                  <a:gd name="connsiteX23" fmla="*/ 0 w 477244"/>
                  <a:gd name="connsiteY23" fmla="*/ 244472 h 489849"/>
                  <a:gd name="connsiteX24" fmla="*/ 238622 w 477244"/>
                  <a:gd name="connsiteY24" fmla="*/ 0 h 489849"/>
                  <a:gd name="connsiteX0" fmla="*/ 328620 w 477244"/>
                  <a:gd name="connsiteY0" fmla="*/ 314225 h 489849"/>
                  <a:gd name="connsiteX1" fmla="*/ 329182 w 477244"/>
                  <a:gd name="connsiteY1" fmla="*/ 314225 h 489849"/>
                  <a:gd name="connsiteX2" fmla="*/ 328906 w 477244"/>
                  <a:gd name="connsiteY2" fmla="*/ 314930 h 489849"/>
                  <a:gd name="connsiteX3" fmla="*/ 328620 w 477244"/>
                  <a:gd name="connsiteY3" fmla="*/ 314225 h 489849"/>
                  <a:gd name="connsiteX4" fmla="*/ 230640 w 477244"/>
                  <a:gd name="connsiteY4" fmla="*/ 72173 h 489849"/>
                  <a:gd name="connsiteX5" fmla="*/ 109957 w 477244"/>
                  <a:gd name="connsiteY5" fmla="*/ 189046 h 489849"/>
                  <a:gd name="connsiteX6" fmla="*/ 110485 w 477244"/>
                  <a:gd name="connsiteY6" fmla="*/ 191576 h 489849"/>
                  <a:gd name="connsiteX7" fmla="*/ 350794 w 477244"/>
                  <a:gd name="connsiteY7" fmla="*/ 191576 h 489849"/>
                  <a:gd name="connsiteX8" fmla="*/ 351322 w 477244"/>
                  <a:gd name="connsiteY8" fmla="*/ 189046 h 489849"/>
                  <a:gd name="connsiteX9" fmla="*/ 230640 w 477244"/>
                  <a:gd name="connsiteY9" fmla="*/ 72173 h 489849"/>
                  <a:gd name="connsiteX10" fmla="*/ 238622 w 477244"/>
                  <a:gd name="connsiteY10" fmla="*/ 0 h 489849"/>
                  <a:gd name="connsiteX11" fmla="*/ 477244 w 477244"/>
                  <a:gd name="connsiteY11" fmla="*/ 244472 h 489849"/>
                  <a:gd name="connsiteX12" fmla="*/ 475101 w 477244"/>
                  <a:gd name="connsiteY12" fmla="*/ 266254 h 489849"/>
                  <a:gd name="connsiteX13" fmla="*/ 121998 w 477244"/>
                  <a:gd name="connsiteY13" fmla="*/ 266254 h 489849"/>
                  <a:gd name="connsiteX14" fmla="*/ 121998 w 477244"/>
                  <a:gd name="connsiteY14" fmla="*/ 314225 h 489849"/>
                  <a:gd name="connsiteX15" fmla="*/ 123932 w 477244"/>
                  <a:gd name="connsiteY15" fmla="*/ 314225 h 489849"/>
                  <a:gd name="connsiteX16" fmla="*/ 121999 w 477244"/>
                  <a:gd name="connsiteY16" fmla="*/ 318997 h 489849"/>
                  <a:gd name="connsiteX17" fmla="*/ 226276 w 477244"/>
                  <a:gd name="connsiteY17" fmla="*/ 370965 h 489849"/>
                  <a:gd name="connsiteX18" fmla="*/ 377449 w 477244"/>
                  <a:gd name="connsiteY18" fmla="*/ 332005 h 489849"/>
                  <a:gd name="connsiteX19" fmla="*/ 471112 w 477244"/>
                  <a:gd name="connsiteY19" fmla="*/ 371085 h 489849"/>
                  <a:gd name="connsiteX20" fmla="*/ 379824 w 477244"/>
                  <a:gd name="connsiteY20" fmla="*/ 445572 h 489849"/>
                  <a:gd name="connsiteX21" fmla="*/ 238622 w 477244"/>
                  <a:gd name="connsiteY21" fmla="*/ 488944 h 489849"/>
                  <a:gd name="connsiteX22" fmla="*/ 0 w 477244"/>
                  <a:gd name="connsiteY22" fmla="*/ 244472 h 489849"/>
                  <a:gd name="connsiteX23" fmla="*/ 238622 w 477244"/>
                  <a:gd name="connsiteY23" fmla="*/ 0 h 489849"/>
                  <a:gd name="connsiteX0" fmla="*/ 328620 w 477244"/>
                  <a:gd name="connsiteY0" fmla="*/ 314225 h 489849"/>
                  <a:gd name="connsiteX1" fmla="*/ 329182 w 477244"/>
                  <a:gd name="connsiteY1" fmla="*/ 314225 h 489849"/>
                  <a:gd name="connsiteX2" fmla="*/ 328906 w 477244"/>
                  <a:gd name="connsiteY2" fmla="*/ 314930 h 489849"/>
                  <a:gd name="connsiteX3" fmla="*/ 328620 w 477244"/>
                  <a:gd name="connsiteY3" fmla="*/ 314225 h 489849"/>
                  <a:gd name="connsiteX4" fmla="*/ 230640 w 477244"/>
                  <a:gd name="connsiteY4" fmla="*/ 72173 h 489849"/>
                  <a:gd name="connsiteX5" fmla="*/ 109957 w 477244"/>
                  <a:gd name="connsiteY5" fmla="*/ 189046 h 489849"/>
                  <a:gd name="connsiteX6" fmla="*/ 110485 w 477244"/>
                  <a:gd name="connsiteY6" fmla="*/ 191576 h 489849"/>
                  <a:gd name="connsiteX7" fmla="*/ 350794 w 477244"/>
                  <a:gd name="connsiteY7" fmla="*/ 191576 h 489849"/>
                  <a:gd name="connsiteX8" fmla="*/ 351322 w 477244"/>
                  <a:gd name="connsiteY8" fmla="*/ 189046 h 489849"/>
                  <a:gd name="connsiteX9" fmla="*/ 230640 w 477244"/>
                  <a:gd name="connsiteY9" fmla="*/ 72173 h 489849"/>
                  <a:gd name="connsiteX10" fmla="*/ 238622 w 477244"/>
                  <a:gd name="connsiteY10" fmla="*/ 0 h 489849"/>
                  <a:gd name="connsiteX11" fmla="*/ 477244 w 477244"/>
                  <a:gd name="connsiteY11" fmla="*/ 244472 h 489849"/>
                  <a:gd name="connsiteX12" fmla="*/ 475101 w 477244"/>
                  <a:gd name="connsiteY12" fmla="*/ 266254 h 489849"/>
                  <a:gd name="connsiteX13" fmla="*/ 121998 w 477244"/>
                  <a:gd name="connsiteY13" fmla="*/ 266254 h 489849"/>
                  <a:gd name="connsiteX14" fmla="*/ 121998 w 477244"/>
                  <a:gd name="connsiteY14" fmla="*/ 314225 h 489849"/>
                  <a:gd name="connsiteX15" fmla="*/ 123932 w 477244"/>
                  <a:gd name="connsiteY15" fmla="*/ 314225 h 489849"/>
                  <a:gd name="connsiteX16" fmla="*/ 121999 w 477244"/>
                  <a:gd name="connsiteY16" fmla="*/ 318997 h 489849"/>
                  <a:gd name="connsiteX17" fmla="*/ 377449 w 477244"/>
                  <a:gd name="connsiteY17" fmla="*/ 332005 h 489849"/>
                  <a:gd name="connsiteX18" fmla="*/ 471112 w 477244"/>
                  <a:gd name="connsiteY18" fmla="*/ 371085 h 489849"/>
                  <a:gd name="connsiteX19" fmla="*/ 379824 w 477244"/>
                  <a:gd name="connsiteY19" fmla="*/ 445572 h 489849"/>
                  <a:gd name="connsiteX20" fmla="*/ 238622 w 477244"/>
                  <a:gd name="connsiteY20" fmla="*/ 488944 h 489849"/>
                  <a:gd name="connsiteX21" fmla="*/ 0 w 477244"/>
                  <a:gd name="connsiteY21" fmla="*/ 244472 h 489849"/>
                  <a:gd name="connsiteX22" fmla="*/ 238622 w 477244"/>
                  <a:gd name="connsiteY22" fmla="*/ 0 h 489849"/>
                  <a:gd name="connsiteX0" fmla="*/ 328620 w 477244"/>
                  <a:gd name="connsiteY0" fmla="*/ 314225 h 489849"/>
                  <a:gd name="connsiteX1" fmla="*/ 329182 w 477244"/>
                  <a:gd name="connsiteY1" fmla="*/ 314225 h 489849"/>
                  <a:gd name="connsiteX2" fmla="*/ 328906 w 477244"/>
                  <a:gd name="connsiteY2" fmla="*/ 314930 h 489849"/>
                  <a:gd name="connsiteX3" fmla="*/ 328620 w 477244"/>
                  <a:gd name="connsiteY3" fmla="*/ 314225 h 489849"/>
                  <a:gd name="connsiteX4" fmla="*/ 230640 w 477244"/>
                  <a:gd name="connsiteY4" fmla="*/ 72173 h 489849"/>
                  <a:gd name="connsiteX5" fmla="*/ 109957 w 477244"/>
                  <a:gd name="connsiteY5" fmla="*/ 189046 h 489849"/>
                  <a:gd name="connsiteX6" fmla="*/ 110485 w 477244"/>
                  <a:gd name="connsiteY6" fmla="*/ 191576 h 489849"/>
                  <a:gd name="connsiteX7" fmla="*/ 350794 w 477244"/>
                  <a:gd name="connsiteY7" fmla="*/ 191576 h 489849"/>
                  <a:gd name="connsiteX8" fmla="*/ 351322 w 477244"/>
                  <a:gd name="connsiteY8" fmla="*/ 189046 h 489849"/>
                  <a:gd name="connsiteX9" fmla="*/ 230640 w 477244"/>
                  <a:gd name="connsiteY9" fmla="*/ 72173 h 489849"/>
                  <a:gd name="connsiteX10" fmla="*/ 238622 w 477244"/>
                  <a:gd name="connsiteY10" fmla="*/ 0 h 489849"/>
                  <a:gd name="connsiteX11" fmla="*/ 477244 w 477244"/>
                  <a:gd name="connsiteY11" fmla="*/ 244472 h 489849"/>
                  <a:gd name="connsiteX12" fmla="*/ 475101 w 477244"/>
                  <a:gd name="connsiteY12" fmla="*/ 266254 h 489849"/>
                  <a:gd name="connsiteX13" fmla="*/ 121998 w 477244"/>
                  <a:gd name="connsiteY13" fmla="*/ 266254 h 489849"/>
                  <a:gd name="connsiteX14" fmla="*/ 121998 w 477244"/>
                  <a:gd name="connsiteY14" fmla="*/ 314225 h 489849"/>
                  <a:gd name="connsiteX15" fmla="*/ 123932 w 477244"/>
                  <a:gd name="connsiteY15" fmla="*/ 314225 h 489849"/>
                  <a:gd name="connsiteX16" fmla="*/ 377449 w 477244"/>
                  <a:gd name="connsiteY16" fmla="*/ 332005 h 489849"/>
                  <a:gd name="connsiteX17" fmla="*/ 471112 w 477244"/>
                  <a:gd name="connsiteY17" fmla="*/ 371085 h 489849"/>
                  <a:gd name="connsiteX18" fmla="*/ 379824 w 477244"/>
                  <a:gd name="connsiteY18" fmla="*/ 445572 h 489849"/>
                  <a:gd name="connsiteX19" fmla="*/ 238622 w 477244"/>
                  <a:gd name="connsiteY19" fmla="*/ 488944 h 489849"/>
                  <a:gd name="connsiteX20" fmla="*/ 0 w 477244"/>
                  <a:gd name="connsiteY20" fmla="*/ 244472 h 489849"/>
                  <a:gd name="connsiteX21" fmla="*/ 238622 w 477244"/>
                  <a:gd name="connsiteY21" fmla="*/ 0 h 489849"/>
                  <a:gd name="connsiteX0" fmla="*/ 328620 w 477244"/>
                  <a:gd name="connsiteY0" fmla="*/ 314225 h 489849"/>
                  <a:gd name="connsiteX1" fmla="*/ 329182 w 477244"/>
                  <a:gd name="connsiteY1" fmla="*/ 314225 h 489849"/>
                  <a:gd name="connsiteX2" fmla="*/ 328906 w 477244"/>
                  <a:gd name="connsiteY2" fmla="*/ 314930 h 489849"/>
                  <a:gd name="connsiteX3" fmla="*/ 328620 w 477244"/>
                  <a:gd name="connsiteY3" fmla="*/ 314225 h 489849"/>
                  <a:gd name="connsiteX4" fmla="*/ 230640 w 477244"/>
                  <a:gd name="connsiteY4" fmla="*/ 72173 h 489849"/>
                  <a:gd name="connsiteX5" fmla="*/ 109957 w 477244"/>
                  <a:gd name="connsiteY5" fmla="*/ 189046 h 489849"/>
                  <a:gd name="connsiteX6" fmla="*/ 110485 w 477244"/>
                  <a:gd name="connsiteY6" fmla="*/ 191576 h 489849"/>
                  <a:gd name="connsiteX7" fmla="*/ 350794 w 477244"/>
                  <a:gd name="connsiteY7" fmla="*/ 191576 h 489849"/>
                  <a:gd name="connsiteX8" fmla="*/ 351322 w 477244"/>
                  <a:gd name="connsiteY8" fmla="*/ 189046 h 489849"/>
                  <a:gd name="connsiteX9" fmla="*/ 230640 w 477244"/>
                  <a:gd name="connsiteY9" fmla="*/ 72173 h 489849"/>
                  <a:gd name="connsiteX10" fmla="*/ 238622 w 477244"/>
                  <a:gd name="connsiteY10" fmla="*/ 0 h 489849"/>
                  <a:gd name="connsiteX11" fmla="*/ 477244 w 477244"/>
                  <a:gd name="connsiteY11" fmla="*/ 244472 h 489849"/>
                  <a:gd name="connsiteX12" fmla="*/ 475101 w 477244"/>
                  <a:gd name="connsiteY12" fmla="*/ 266254 h 489849"/>
                  <a:gd name="connsiteX13" fmla="*/ 121998 w 477244"/>
                  <a:gd name="connsiteY13" fmla="*/ 266254 h 489849"/>
                  <a:gd name="connsiteX14" fmla="*/ 121998 w 477244"/>
                  <a:gd name="connsiteY14" fmla="*/ 314225 h 489849"/>
                  <a:gd name="connsiteX15" fmla="*/ 123932 w 477244"/>
                  <a:gd name="connsiteY15" fmla="*/ 314225 h 489849"/>
                  <a:gd name="connsiteX16" fmla="*/ 377449 w 477244"/>
                  <a:gd name="connsiteY16" fmla="*/ 332005 h 489849"/>
                  <a:gd name="connsiteX17" fmla="*/ 471112 w 477244"/>
                  <a:gd name="connsiteY17" fmla="*/ 371085 h 489849"/>
                  <a:gd name="connsiteX18" fmla="*/ 379824 w 477244"/>
                  <a:gd name="connsiteY18" fmla="*/ 445572 h 489849"/>
                  <a:gd name="connsiteX19" fmla="*/ 238622 w 477244"/>
                  <a:gd name="connsiteY19" fmla="*/ 488944 h 489849"/>
                  <a:gd name="connsiteX20" fmla="*/ 0 w 477244"/>
                  <a:gd name="connsiteY20" fmla="*/ 244472 h 489849"/>
                  <a:gd name="connsiteX21" fmla="*/ 238622 w 477244"/>
                  <a:gd name="connsiteY21" fmla="*/ 0 h 489849"/>
                  <a:gd name="connsiteX0" fmla="*/ 328620 w 477244"/>
                  <a:gd name="connsiteY0" fmla="*/ 314225 h 489849"/>
                  <a:gd name="connsiteX1" fmla="*/ 329182 w 477244"/>
                  <a:gd name="connsiteY1" fmla="*/ 314225 h 489849"/>
                  <a:gd name="connsiteX2" fmla="*/ 328906 w 477244"/>
                  <a:gd name="connsiteY2" fmla="*/ 314930 h 489849"/>
                  <a:gd name="connsiteX3" fmla="*/ 328620 w 477244"/>
                  <a:gd name="connsiteY3" fmla="*/ 314225 h 489849"/>
                  <a:gd name="connsiteX4" fmla="*/ 230640 w 477244"/>
                  <a:gd name="connsiteY4" fmla="*/ 72173 h 489849"/>
                  <a:gd name="connsiteX5" fmla="*/ 109957 w 477244"/>
                  <a:gd name="connsiteY5" fmla="*/ 189046 h 489849"/>
                  <a:gd name="connsiteX6" fmla="*/ 110485 w 477244"/>
                  <a:gd name="connsiteY6" fmla="*/ 191576 h 489849"/>
                  <a:gd name="connsiteX7" fmla="*/ 350794 w 477244"/>
                  <a:gd name="connsiteY7" fmla="*/ 191576 h 489849"/>
                  <a:gd name="connsiteX8" fmla="*/ 351322 w 477244"/>
                  <a:gd name="connsiteY8" fmla="*/ 189046 h 489849"/>
                  <a:gd name="connsiteX9" fmla="*/ 230640 w 477244"/>
                  <a:gd name="connsiteY9" fmla="*/ 72173 h 489849"/>
                  <a:gd name="connsiteX10" fmla="*/ 238622 w 477244"/>
                  <a:gd name="connsiteY10" fmla="*/ 0 h 489849"/>
                  <a:gd name="connsiteX11" fmla="*/ 477244 w 477244"/>
                  <a:gd name="connsiteY11" fmla="*/ 244472 h 489849"/>
                  <a:gd name="connsiteX12" fmla="*/ 475101 w 477244"/>
                  <a:gd name="connsiteY12" fmla="*/ 266254 h 489849"/>
                  <a:gd name="connsiteX13" fmla="*/ 121998 w 477244"/>
                  <a:gd name="connsiteY13" fmla="*/ 266254 h 489849"/>
                  <a:gd name="connsiteX14" fmla="*/ 121998 w 477244"/>
                  <a:gd name="connsiteY14" fmla="*/ 314225 h 489849"/>
                  <a:gd name="connsiteX15" fmla="*/ 123932 w 477244"/>
                  <a:gd name="connsiteY15" fmla="*/ 314225 h 489849"/>
                  <a:gd name="connsiteX16" fmla="*/ 377449 w 477244"/>
                  <a:gd name="connsiteY16" fmla="*/ 332005 h 489849"/>
                  <a:gd name="connsiteX17" fmla="*/ 471112 w 477244"/>
                  <a:gd name="connsiteY17" fmla="*/ 371085 h 489849"/>
                  <a:gd name="connsiteX18" fmla="*/ 379824 w 477244"/>
                  <a:gd name="connsiteY18" fmla="*/ 445572 h 489849"/>
                  <a:gd name="connsiteX19" fmla="*/ 238622 w 477244"/>
                  <a:gd name="connsiteY19" fmla="*/ 488944 h 489849"/>
                  <a:gd name="connsiteX20" fmla="*/ 0 w 477244"/>
                  <a:gd name="connsiteY20" fmla="*/ 244472 h 489849"/>
                  <a:gd name="connsiteX21" fmla="*/ 238622 w 477244"/>
                  <a:gd name="connsiteY21" fmla="*/ 0 h 489849"/>
                  <a:gd name="connsiteX0" fmla="*/ 328620 w 477244"/>
                  <a:gd name="connsiteY0" fmla="*/ 314225 h 491558"/>
                  <a:gd name="connsiteX1" fmla="*/ 329182 w 477244"/>
                  <a:gd name="connsiteY1" fmla="*/ 314225 h 491558"/>
                  <a:gd name="connsiteX2" fmla="*/ 328906 w 477244"/>
                  <a:gd name="connsiteY2" fmla="*/ 314930 h 491558"/>
                  <a:gd name="connsiteX3" fmla="*/ 328620 w 477244"/>
                  <a:gd name="connsiteY3" fmla="*/ 314225 h 491558"/>
                  <a:gd name="connsiteX4" fmla="*/ 230640 w 477244"/>
                  <a:gd name="connsiteY4" fmla="*/ 72173 h 491558"/>
                  <a:gd name="connsiteX5" fmla="*/ 109957 w 477244"/>
                  <a:gd name="connsiteY5" fmla="*/ 189046 h 491558"/>
                  <a:gd name="connsiteX6" fmla="*/ 110485 w 477244"/>
                  <a:gd name="connsiteY6" fmla="*/ 191576 h 491558"/>
                  <a:gd name="connsiteX7" fmla="*/ 350794 w 477244"/>
                  <a:gd name="connsiteY7" fmla="*/ 191576 h 491558"/>
                  <a:gd name="connsiteX8" fmla="*/ 351322 w 477244"/>
                  <a:gd name="connsiteY8" fmla="*/ 189046 h 491558"/>
                  <a:gd name="connsiteX9" fmla="*/ 230640 w 477244"/>
                  <a:gd name="connsiteY9" fmla="*/ 72173 h 491558"/>
                  <a:gd name="connsiteX10" fmla="*/ 238622 w 477244"/>
                  <a:gd name="connsiteY10" fmla="*/ 0 h 491558"/>
                  <a:gd name="connsiteX11" fmla="*/ 477244 w 477244"/>
                  <a:gd name="connsiteY11" fmla="*/ 244472 h 491558"/>
                  <a:gd name="connsiteX12" fmla="*/ 475101 w 477244"/>
                  <a:gd name="connsiteY12" fmla="*/ 266254 h 491558"/>
                  <a:gd name="connsiteX13" fmla="*/ 121998 w 477244"/>
                  <a:gd name="connsiteY13" fmla="*/ 266254 h 491558"/>
                  <a:gd name="connsiteX14" fmla="*/ 121998 w 477244"/>
                  <a:gd name="connsiteY14" fmla="*/ 314225 h 491558"/>
                  <a:gd name="connsiteX15" fmla="*/ 123932 w 477244"/>
                  <a:gd name="connsiteY15" fmla="*/ 314225 h 491558"/>
                  <a:gd name="connsiteX16" fmla="*/ 377449 w 477244"/>
                  <a:gd name="connsiteY16" fmla="*/ 332005 h 491558"/>
                  <a:gd name="connsiteX17" fmla="*/ 471112 w 477244"/>
                  <a:gd name="connsiteY17" fmla="*/ 371085 h 491558"/>
                  <a:gd name="connsiteX18" fmla="*/ 238622 w 477244"/>
                  <a:gd name="connsiteY18" fmla="*/ 488944 h 491558"/>
                  <a:gd name="connsiteX19" fmla="*/ 0 w 477244"/>
                  <a:gd name="connsiteY19" fmla="*/ 244472 h 491558"/>
                  <a:gd name="connsiteX20" fmla="*/ 238622 w 477244"/>
                  <a:gd name="connsiteY20" fmla="*/ 0 h 491558"/>
                  <a:gd name="connsiteX0" fmla="*/ 328620 w 477244"/>
                  <a:gd name="connsiteY0" fmla="*/ 314225 h 488944"/>
                  <a:gd name="connsiteX1" fmla="*/ 329182 w 477244"/>
                  <a:gd name="connsiteY1" fmla="*/ 314225 h 488944"/>
                  <a:gd name="connsiteX2" fmla="*/ 328906 w 477244"/>
                  <a:gd name="connsiteY2" fmla="*/ 314930 h 488944"/>
                  <a:gd name="connsiteX3" fmla="*/ 328620 w 477244"/>
                  <a:gd name="connsiteY3" fmla="*/ 314225 h 488944"/>
                  <a:gd name="connsiteX4" fmla="*/ 230640 w 477244"/>
                  <a:gd name="connsiteY4" fmla="*/ 72173 h 488944"/>
                  <a:gd name="connsiteX5" fmla="*/ 109957 w 477244"/>
                  <a:gd name="connsiteY5" fmla="*/ 189046 h 488944"/>
                  <a:gd name="connsiteX6" fmla="*/ 110485 w 477244"/>
                  <a:gd name="connsiteY6" fmla="*/ 191576 h 488944"/>
                  <a:gd name="connsiteX7" fmla="*/ 350794 w 477244"/>
                  <a:gd name="connsiteY7" fmla="*/ 191576 h 488944"/>
                  <a:gd name="connsiteX8" fmla="*/ 351322 w 477244"/>
                  <a:gd name="connsiteY8" fmla="*/ 189046 h 488944"/>
                  <a:gd name="connsiteX9" fmla="*/ 230640 w 477244"/>
                  <a:gd name="connsiteY9" fmla="*/ 72173 h 488944"/>
                  <a:gd name="connsiteX10" fmla="*/ 238622 w 477244"/>
                  <a:gd name="connsiteY10" fmla="*/ 0 h 488944"/>
                  <a:gd name="connsiteX11" fmla="*/ 477244 w 477244"/>
                  <a:gd name="connsiteY11" fmla="*/ 244472 h 488944"/>
                  <a:gd name="connsiteX12" fmla="*/ 475101 w 477244"/>
                  <a:gd name="connsiteY12" fmla="*/ 266254 h 488944"/>
                  <a:gd name="connsiteX13" fmla="*/ 121998 w 477244"/>
                  <a:gd name="connsiteY13" fmla="*/ 266254 h 488944"/>
                  <a:gd name="connsiteX14" fmla="*/ 121998 w 477244"/>
                  <a:gd name="connsiteY14" fmla="*/ 314225 h 488944"/>
                  <a:gd name="connsiteX15" fmla="*/ 123932 w 477244"/>
                  <a:gd name="connsiteY15" fmla="*/ 314225 h 488944"/>
                  <a:gd name="connsiteX16" fmla="*/ 377449 w 477244"/>
                  <a:gd name="connsiteY16" fmla="*/ 332005 h 488944"/>
                  <a:gd name="connsiteX17" fmla="*/ 471112 w 477244"/>
                  <a:gd name="connsiteY17" fmla="*/ 371085 h 488944"/>
                  <a:gd name="connsiteX18" fmla="*/ 238622 w 477244"/>
                  <a:gd name="connsiteY18" fmla="*/ 488944 h 488944"/>
                  <a:gd name="connsiteX19" fmla="*/ 0 w 477244"/>
                  <a:gd name="connsiteY19" fmla="*/ 244472 h 488944"/>
                  <a:gd name="connsiteX20" fmla="*/ 238622 w 477244"/>
                  <a:gd name="connsiteY20" fmla="*/ 0 h 488944"/>
                  <a:gd name="connsiteX0" fmla="*/ 328620 w 477244"/>
                  <a:gd name="connsiteY0" fmla="*/ 314225 h 491080"/>
                  <a:gd name="connsiteX1" fmla="*/ 329182 w 477244"/>
                  <a:gd name="connsiteY1" fmla="*/ 314225 h 491080"/>
                  <a:gd name="connsiteX2" fmla="*/ 328906 w 477244"/>
                  <a:gd name="connsiteY2" fmla="*/ 314930 h 491080"/>
                  <a:gd name="connsiteX3" fmla="*/ 328620 w 477244"/>
                  <a:gd name="connsiteY3" fmla="*/ 314225 h 491080"/>
                  <a:gd name="connsiteX4" fmla="*/ 230640 w 477244"/>
                  <a:gd name="connsiteY4" fmla="*/ 72173 h 491080"/>
                  <a:gd name="connsiteX5" fmla="*/ 109957 w 477244"/>
                  <a:gd name="connsiteY5" fmla="*/ 189046 h 491080"/>
                  <a:gd name="connsiteX6" fmla="*/ 110485 w 477244"/>
                  <a:gd name="connsiteY6" fmla="*/ 191576 h 491080"/>
                  <a:gd name="connsiteX7" fmla="*/ 350794 w 477244"/>
                  <a:gd name="connsiteY7" fmla="*/ 191576 h 491080"/>
                  <a:gd name="connsiteX8" fmla="*/ 351322 w 477244"/>
                  <a:gd name="connsiteY8" fmla="*/ 189046 h 491080"/>
                  <a:gd name="connsiteX9" fmla="*/ 230640 w 477244"/>
                  <a:gd name="connsiteY9" fmla="*/ 72173 h 491080"/>
                  <a:gd name="connsiteX10" fmla="*/ 238622 w 477244"/>
                  <a:gd name="connsiteY10" fmla="*/ 0 h 491080"/>
                  <a:gd name="connsiteX11" fmla="*/ 477244 w 477244"/>
                  <a:gd name="connsiteY11" fmla="*/ 244472 h 491080"/>
                  <a:gd name="connsiteX12" fmla="*/ 475101 w 477244"/>
                  <a:gd name="connsiteY12" fmla="*/ 266254 h 491080"/>
                  <a:gd name="connsiteX13" fmla="*/ 121998 w 477244"/>
                  <a:gd name="connsiteY13" fmla="*/ 266254 h 491080"/>
                  <a:gd name="connsiteX14" fmla="*/ 121998 w 477244"/>
                  <a:gd name="connsiteY14" fmla="*/ 314225 h 491080"/>
                  <a:gd name="connsiteX15" fmla="*/ 123932 w 477244"/>
                  <a:gd name="connsiteY15" fmla="*/ 314225 h 491080"/>
                  <a:gd name="connsiteX16" fmla="*/ 377449 w 477244"/>
                  <a:gd name="connsiteY16" fmla="*/ 332005 h 491080"/>
                  <a:gd name="connsiteX17" fmla="*/ 471112 w 477244"/>
                  <a:gd name="connsiteY17" fmla="*/ 371085 h 491080"/>
                  <a:gd name="connsiteX18" fmla="*/ 238622 w 477244"/>
                  <a:gd name="connsiteY18" fmla="*/ 488944 h 491080"/>
                  <a:gd name="connsiteX19" fmla="*/ 0 w 477244"/>
                  <a:gd name="connsiteY19" fmla="*/ 244472 h 491080"/>
                  <a:gd name="connsiteX20" fmla="*/ 238622 w 477244"/>
                  <a:gd name="connsiteY20" fmla="*/ 0 h 491080"/>
                  <a:gd name="connsiteX0" fmla="*/ 328620 w 477244"/>
                  <a:gd name="connsiteY0" fmla="*/ 314225 h 491080"/>
                  <a:gd name="connsiteX1" fmla="*/ 329182 w 477244"/>
                  <a:gd name="connsiteY1" fmla="*/ 314225 h 491080"/>
                  <a:gd name="connsiteX2" fmla="*/ 328906 w 477244"/>
                  <a:gd name="connsiteY2" fmla="*/ 314930 h 491080"/>
                  <a:gd name="connsiteX3" fmla="*/ 328620 w 477244"/>
                  <a:gd name="connsiteY3" fmla="*/ 314225 h 491080"/>
                  <a:gd name="connsiteX4" fmla="*/ 230640 w 477244"/>
                  <a:gd name="connsiteY4" fmla="*/ 72173 h 491080"/>
                  <a:gd name="connsiteX5" fmla="*/ 109957 w 477244"/>
                  <a:gd name="connsiteY5" fmla="*/ 189046 h 491080"/>
                  <a:gd name="connsiteX6" fmla="*/ 110485 w 477244"/>
                  <a:gd name="connsiteY6" fmla="*/ 191576 h 491080"/>
                  <a:gd name="connsiteX7" fmla="*/ 350794 w 477244"/>
                  <a:gd name="connsiteY7" fmla="*/ 191576 h 491080"/>
                  <a:gd name="connsiteX8" fmla="*/ 351322 w 477244"/>
                  <a:gd name="connsiteY8" fmla="*/ 189046 h 491080"/>
                  <a:gd name="connsiteX9" fmla="*/ 230640 w 477244"/>
                  <a:gd name="connsiteY9" fmla="*/ 72173 h 491080"/>
                  <a:gd name="connsiteX10" fmla="*/ 238622 w 477244"/>
                  <a:gd name="connsiteY10" fmla="*/ 0 h 491080"/>
                  <a:gd name="connsiteX11" fmla="*/ 477244 w 477244"/>
                  <a:gd name="connsiteY11" fmla="*/ 244472 h 491080"/>
                  <a:gd name="connsiteX12" fmla="*/ 475101 w 477244"/>
                  <a:gd name="connsiteY12" fmla="*/ 266254 h 491080"/>
                  <a:gd name="connsiteX13" fmla="*/ 121998 w 477244"/>
                  <a:gd name="connsiteY13" fmla="*/ 266254 h 491080"/>
                  <a:gd name="connsiteX14" fmla="*/ 121998 w 477244"/>
                  <a:gd name="connsiteY14" fmla="*/ 314225 h 491080"/>
                  <a:gd name="connsiteX15" fmla="*/ 123932 w 477244"/>
                  <a:gd name="connsiteY15" fmla="*/ 314225 h 491080"/>
                  <a:gd name="connsiteX16" fmla="*/ 377449 w 477244"/>
                  <a:gd name="connsiteY16" fmla="*/ 332005 h 491080"/>
                  <a:gd name="connsiteX17" fmla="*/ 471112 w 477244"/>
                  <a:gd name="connsiteY17" fmla="*/ 371085 h 491080"/>
                  <a:gd name="connsiteX18" fmla="*/ 238622 w 477244"/>
                  <a:gd name="connsiteY18" fmla="*/ 488944 h 491080"/>
                  <a:gd name="connsiteX19" fmla="*/ 0 w 477244"/>
                  <a:gd name="connsiteY19" fmla="*/ 244472 h 491080"/>
                  <a:gd name="connsiteX20" fmla="*/ 238622 w 477244"/>
                  <a:gd name="connsiteY20" fmla="*/ 0 h 491080"/>
                  <a:gd name="connsiteX0" fmla="*/ 328620 w 477244"/>
                  <a:gd name="connsiteY0" fmla="*/ 314225 h 498760"/>
                  <a:gd name="connsiteX1" fmla="*/ 329182 w 477244"/>
                  <a:gd name="connsiteY1" fmla="*/ 314225 h 498760"/>
                  <a:gd name="connsiteX2" fmla="*/ 328906 w 477244"/>
                  <a:gd name="connsiteY2" fmla="*/ 314930 h 498760"/>
                  <a:gd name="connsiteX3" fmla="*/ 328620 w 477244"/>
                  <a:gd name="connsiteY3" fmla="*/ 314225 h 498760"/>
                  <a:gd name="connsiteX4" fmla="*/ 230640 w 477244"/>
                  <a:gd name="connsiteY4" fmla="*/ 72173 h 498760"/>
                  <a:gd name="connsiteX5" fmla="*/ 109957 w 477244"/>
                  <a:gd name="connsiteY5" fmla="*/ 189046 h 498760"/>
                  <a:gd name="connsiteX6" fmla="*/ 110485 w 477244"/>
                  <a:gd name="connsiteY6" fmla="*/ 191576 h 498760"/>
                  <a:gd name="connsiteX7" fmla="*/ 350794 w 477244"/>
                  <a:gd name="connsiteY7" fmla="*/ 191576 h 498760"/>
                  <a:gd name="connsiteX8" fmla="*/ 351322 w 477244"/>
                  <a:gd name="connsiteY8" fmla="*/ 189046 h 498760"/>
                  <a:gd name="connsiteX9" fmla="*/ 230640 w 477244"/>
                  <a:gd name="connsiteY9" fmla="*/ 72173 h 498760"/>
                  <a:gd name="connsiteX10" fmla="*/ 238622 w 477244"/>
                  <a:gd name="connsiteY10" fmla="*/ 0 h 498760"/>
                  <a:gd name="connsiteX11" fmla="*/ 477244 w 477244"/>
                  <a:gd name="connsiteY11" fmla="*/ 244472 h 498760"/>
                  <a:gd name="connsiteX12" fmla="*/ 475101 w 477244"/>
                  <a:gd name="connsiteY12" fmla="*/ 266254 h 498760"/>
                  <a:gd name="connsiteX13" fmla="*/ 121998 w 477244"/>
                  <a:gd name="connsiteY13" fmla="*/ 266254 h 498760"/>
                  <a:gd name="connsiteX14" fmla="*/ 121998 w 477244"/>
                  <a:gd name="connsiteY14" fmla="*/ 314225 h 498760"/>
                  <a:gd name="connsiteX15" fmla="*/ 123932 w 477244"/>
                  <a:gd name="connsiteY15" fmla="*/ 314225 h 498760"/>
                  <a:gd name="connsiteX16" fmla="*/ 377449 w 477244"/>
                  <a:gd name="connsiteY16" fmla="*/ 332005 h 498760"/>
                  <a:gd name="connsiteX17" fmla="*/ 471112 w 477244"/>
                  <a:gd name="connsiteY17" fmla="*/ 371085 h 498760"/>
                  <a:gd name="connsiteX18" fmla="*/ 238622 w 477244"/>
                  <a:gd name="connsiteY18" fmla="*/ 488944 h 498760"/>
                  <a:gd name="connsiteX19" fmla="*/ 0 w 477244"/>
                  <a:gd name="connsiteY19" fmla="*/ 244472 h 498760"/>
                  <a:gd name="connsiteX20" fmla="*/ 238622 w 477244"/>
                  <a:gd name="connsiteY20" fmla="*/ 0 h 498760"/>
                  <a:gd name="connsiteX0" fmla="*/ 328620 w 477244"/>
                  <a:gd name="connsiteY0" fmla="*/ 314225 h 489037"/>
                  <a:gd name="connsiteX1" fmla="*/ 329182 w 477244"/>
                  <a:gd name="connsiteY1" fmla="*/ 314225 h 489037"/>
                  <a:gd name="connsiteX2" fmla="*/ 328906 w 477244"/>
                  <a:gd name="connsiteY2" fmla="*/ 314930 h 489037"/>
                  <a:gd name="connsiteX3" fmla="*/ 328620 w 477244"/>
                  <a:gd name="connsiteY3" fmla="*/ 314225 h 489037"/>
                  <a:gd name="connsiteX4" fmla="*/ 230640 w 477244"/>
                  <a:gd name="connsiteY4" fmla="*/ 72173 h 489037"/>
                  <a:gd name="connsiteX5" fmla="*/ 109957 w 477244"/>
                  <a:gd name="connsiteY5" fmla="*/ 189046 h 489037"/>
                  <a:gd name="connsiteX6" fmla="*/ 110485 w 477244"/>
                  <a:gd name="connsiteY6" fmla="*/ 191576 h 489037"/>
                  <a:gd name="connsiteX7" fmla="*/ 350794 w 477244"/>
                  <a:gd name="connsiteY7" fmla="*/ 191576 h 489037"/>
                  <a:gd name="connsiteX8" fmla="*/ 351322 w 477244"/>
                  <a:gd name="connsiteY8" fmla="*/ 189046 h 489037"/>
                  <a:gd name="connsiteX9" fmla="*/ 230640 w 477244"/>
                  <a:gd name="connsiteY9" fmla="*/ 72173 h 489037"/>
                  <a:gd name="connsiteX10" fmla="*/ 238622 w 477244"/>
                  <a:gd name="connsiteY10" fmla="*/ 0 h 489037"/>
                  <a:gd name="connsiteX11" fmla="*/ 477244 w 477244"/>
                  <a:gd name="connsiteY11" fmla="*/ 244472 h 489037"/>
                  <a:gd name="connsiteX12" fmla="*/ 475101 w 477244"/>
                  <a:gd name="connsiteY12" fmla="*/ 266254 h 489037"/>
                  <a:gd name="connsiteX13" fmla="*/ 121998 w 477244"/>
                  <a:gd name="connsiteY13" fmla="*/ 266254 h 489037"/>
                  <a:gd name="connsiteX14" fmla="*/ 121998 w 477244"/>
                  <a:gd name="connsiteY14" fmla="*/ 314225 h 489037"/>
                  <a:gd name="connsiteX15" fmla="*/ 123932 w 477244"/>
                  <a:gd name="connsiteY15" fmla="*/ 314225 h 489037"/>
                  <a:gd name="connsiteX16" fmla="*/ 377449 w 477244"/>
                  <a:gd name="connsiteY16" fmla="*/ 332005 h 489037"/>
                  <a:gd name="connsiteX17" fmla="*/ 471112 w 477244"/>
                  <a:gd name="connsiteY17" fmla="*/ 371085 h 489037"/>
                  <a:gd name="connsiteX18" fmla="*/ 238622 w 477244"/>
                  <a:gd name="connsiteY18" fmla="*/ 488944 h 489037"/>
                  <a:gd name="connsiteX19" fmla="*/ 0 w 477244"/>
                  <a:gd name="connsiteY19" fmla="*/ 244472 h 489037"/>
                  <a:gd name="connsiteX20" fmla="*/ 238622 w 477244"/>
                  <a:gd name="connsiteY20" fmla="*/ 0 h 489037"/>
                  <a:gd name="connsiteX0" fmla="*/ 328741 w 477365"/>
                  <a:gd name="connsiteY0" fmla="*/ 314225 h 506118"/>
                  <a:gd name="connsiteX1" fmla="*/ 329303 w 477365"/>
                  <a:gd name="connsiteY1" fmla="*/ 314225 h 506118"/>
                  <a:gd name="connsiteX2" fmla="*/ 329027 w 477365"/>
                  <a:gd name="connsiteY2" fmla="*/ 314930 h 506118"/>
                  <a:gd name="connsiteX3" fmla="*/ 328741 w 477365"/>
                  <a:gd name="connsiteY3" fmla="*/ 314225 h 506118"/>
                  <a:gd name="connsiteX4" fmla="*/ 230761 w 477365"/>
                  <a:gd name="connsiteY4" fmla="*/ 72173 h 506118"/>
                  <a:gd name="connsiteX5" fmla="*/ 110078 w 477365"/>
                  <a:gd name="connsiteY5" fmla="*/ 189046 h 506118"/>
                  <a:gd name="connsiteX6" fmla="*/ 110606 w 477365"/>
                  <a:gd name="connsiteY6" fmla="*/ 191576 h 506118"/>
                  <a:gd name="connsiteX7" fmla="*/ 350915 w 477365"/>
                  <a:gd name="connsiteY7" fmla="*/ 191576 h 506118"/>
                  <a:gd name="connsiteX8" fmla="*/ 351443 w 477365"/>
                  <a:gd name="connsiteY8" fmla="*/ 189046 h 506118"/>
                  <a:gd name="connsiteX9" fmla="*/ 230761 w 477365"/>
                  <a:gd name="connsiteY9" fmla="*/ 72173 h 506118"/>
                  <a:gd name="connsiteX10" fmla="*/ 238743 w 477365"/>
                  <a:gd name="connsiteY10" fmla="*/ 0 h 506118"/>
                  <a:gd name="connsiteX11" fmla="*/ 477365 w 477365"/>
                  <a:gd name="connsiteY11" fmla="*/ 244472 h 506118"/>
                  <a:gd name="connsiteX12" fmla="*/ 475222 w 477365"/>
                  <a:gd name="connsiteY12" fmla="*/ 266254 h 506118"/>
                  <a:gd name="connsiteX13" fmla="*/ 122119 w 477365"/>
                  <a:gd name="connsiteY13" fmla="*/ 266254 h 506118"/>
                  <a:gd name="connsiteX14" fmla="*/ 122119 w 477365"/>
                  <a:gd name="connsiteY14" fmla="*/ 314225 h 506118"/>
                  <a:gd name="connsiteX15" fmla="*/ 124053 w 477365"/>
                  <a:gd name="connsiteY15" fmla="*/ 314225 h 506118"/>
                  <a:gd name="connsiteX16" fmla="*/ 377570 w 477365"/>
                  <a:gd name="connsiteY16" fmla="*/ 332005 h 506118"/>
                  <a:gd name="connsiteX17" fmla="*/ 471233 w 477365"/>
                  <a:gd name="connsiteY17" fmla="*/ 371085 h 506118"/>
                  <a:gd name="connsiteX18" fmla="*/ 264641 w 477365"/>
                  <a:gd name="connsiteY18" fmla="*/ 506059 h 506118"/>
                  <a:gd name="connsiteX19" fmla="*/ 121 w 477365"/>
                  <a:gd name="connsiteY19" fmla="*/ 244472 h 506118"/>
                  <a:gd name="connsiteX20" fmla="*/ 238743 w 477365"/>
                  <a:gd name="connsiteY20" fmla="*/ 0 h 506118"/>
                  <a:gd name="connsiteX0" fmla="*/ 328741 w 477365"/>
                  <a:gd name="connsiteY0" fmla="*/ 314225 h 506354"/>
                  <a:gd name="connsiteX1" fmla="*/ 329303 w 477365"/>
                  <a:gd name="connsiteY1" fmla="*/ 314225 h 506354"/>
                  <a:gd name="connsiteX2" fmla="*/ 329027 w 477365"/>
                  <a:gd name="connsiteY2" fmla="*/ 314930 h 506354"/>
                  <a:gd name="connsiteX3" fmla="*/ 328741 w 477365"/>
                  <a:gd name="connsiteY3" fmla="*/ 314225 h 506354"/>
                  <a:gd name="connsiteX4" fmla="*/ 230761 w 477365"/>
                  <a:gd name="connsiteY4" fmla="*/ 72173 h 506354"/>
                  <a:gd name="connsiteX5" fmla="*/ 110078 w 477365"/>
                  <a:gd name="connsiteY5" fmla="*/ 189046 h 506354"/>
                  <a:gd name="connsiteX6" fmla="*/ 110606 w 477365"/>
                  <a:gd name="connsiteY6" fmla="*/ 191576 h 506354"/>
                  <a:gd name="connsiteX7" fmla="*/ 350915 w 477365"/>
                  <a:gd name="connsiteY7" fmla="*/ 191576 h 506354"/>
                  <a:gd name="connsiteX8" fmla="*/ 351443 w 477365"/>
                  <a:gd name="connsiteY8" fmla="*/ 189046 h 506354"/>
                  <a:gd name="connsiteX9" fmla="*/ 230761 w 477365"/>
                  <a:gd name="connsiteY9" fmla="*/ 72173 h 506354"/>
                  <a:gd name="connsiteX10" fmla="*/ 238743 w 477365"/>
                  <a:gd name="connsiteY10" fmla="*/ 0 h 506354"/>
                  <a:gd name="connsiteX11" fmla="*/ 477365 w 477365"/>
                  <a:gd name="connsiteY11" fmla="*/ 244472 h 506354"/>
                  <a:gd name="connsiteX12" fmla="*/ 475222 w 477365"/>
                  <a:gd name="connsiteY12" fmla="*/ 266254 h 506354"/>
                  <a:gd name="connsiteX13" fmla="*/ 122119 w 477365"/>
                  <a:gd name="connsiteY13" fmla="*/ 266254 h 506354"/>
                  <a:gd name="connsiteX14" fmla="*/ 122119 w 477365"/>
                  <a:gd name="connsiteY14" fmla="*/ 314225 h 506354"/>
                  <a:gd name="connsiteX15" fmla="*/ 124053 w 477365"/>
                  <a:gd name="connsiteY15" fmla="*/ 314225 h 506354"/>
                  <a:gd name="connsiteX16" fmla="*/ 377570 w 477365"/>
                  <a:gd name="connsiteY16" fmla="*/ 332005 h 506354"/>
                  <a:gd name="connsiteX17" fmla="*/ 471233 w 477365"/>
                  <a:gd name="connsiteY17" fmla="*/ 371085 h 506354"/>
                  <a:gd name="connsiteX18" fmla="*/ 264641 w 477365"/>
                  <a:gd name="connsiteY18" fmla="*/ 506059 h 506354"/>
                  <a:gd name="connsiteX19" fmla="*/ 121 w 477365"/>
                  <a:gd name="connsiteY19" fmla="*/ 244472 h 506354"/>
                  <a:gd name="connsiteX20" fmla="*/ 238743 w 477365"/>
                  <a:gd name="connsiteY20" fmla="*/ 0 h 506354"/>
                  <a:gd name="connsiteX0" fmla="*/ 328822 w 477446"/>
                  <a:gd name="connsiteY0" fmla="*/ 314376 h 506505"/>
                  <a:gd name="connsiteX1" fmla="*/ 329384 w 477446"/>
                  <a:gd name="connsiteY1" fmla="*/ 314376 h 506505"/>
                  <a:gd name="connsiteX2" fmla="*/ 329108 w 477446"/>
                  <a:gd name="connsiteY2" fmla="*/ 315081 h 506505"/>
                  <a:gd name="connsiteX3" fmla="*/ 328822 w 477446"/>
                  <a:gd name="connsiteY3" fmla="*/ 314376 h 506505"/>
                  <a:gd name="connsiteX4" fmla="*/ 230842 w 477446"/>
                  <a:gd name="connsiteY4" fmla="*/ 72324 h 506505"/>
                  <a:gd name="connsiteX5" fmla="*/ 110159 w 477446"/>
                  <a:gd name="connsiteY5" fmla="*/ 189197 h 506505"/>
                  <a:gd name="connsiteX6" fmla="*/ 110687 w 477446"/>
                  <a:gd name="connsiteY6" fmla="*/ 191727 h 506505"/>
                  <a:gd name="connsiteX7" fmla="*/ 350996 w 477446"/>
                  <a:gd name="connsiteY7" fmla="*/ 191727 h 506505"/>
                  <a:gd name="connsiteX8" fmla="*/ 351524 w 477446"/>
                  <a:gd name="connsiteY8" fmla="*/ 189197 h 506505"/>
                  <a:gd name="connsiteX9" fmla="*/ 230842 w 477446"/>
                  <a:gd name="connsiteY9" fmla="*/ 72324 h 506505"/>
                  <a:gd name="connsiteX10" fmla="*/ 238824 w 477446"/>
                  <a:gd name="connsiteY10" fmla="*/ 151 h 506505"/>
                  <a:gd name="connsiteX11" fmla="*/ 477446 w 477446"/>
                  <a:gd name="connsiteY11" fmla="*/ 244623 h 506505"/>
                  <a:gd name="connsiteX12" fmla="*/ 475303 w 477446"/>
                  <a:gd name="connsiteY12" fmla="*/ 266405 h 506505"/>
                  <a:gd name="connsiteX13" fmla="*/ 122200 w 477446"/>
                  <a:gd name="connsiteY13" fmla="*/ 266405 h 506505"/>
                  <a:gd name="connsiteX14" fmla="*/ 122200 w 477446"/>
                  <a:gd name="connsiteY14" fmla="*/ 314376 h 506505"/>
                  <a:gd name="connsiteX15" fmla="*/ 124134 w 477446"/>
                  <a:gd name="connsiteY15" fmla="*/ 314376 h 506505"/>
                  <a:gd name="connsiteX16" fmla="*/ 377651 w 477446"/>
                  <a:gd name="connsiteY16" fmla="*/ 332156 h 506505"/>
                  <a:gd name="connsiteX17" fmla="*/ 471314 w 477446"/>
                  <a:gd name="connsiteY17" fmla="*/ 371236 h 506505"/>
                  <a:gd name="connsiteX18" fmla="*/ 264722 w 477446"/>
                  <a:gd name="connsiteY18" fmla="*/ 506210 h 506505"/>
                  <a:gd name="connsiteX19" fmla="*/ 202 w 477446"/>
                  <a:gd name="connsiteY19" fmla="*/ 244623 h 506505"/>
                  <a:gd name="connsiteX20" fmla="*/ 238824 w 477446"/>
                  <a:gd name="connsiteY20" fmla="*/ 151 h 506505"/>
                  <a:gd name="connsiteX0" fmla="*/ 328822 w 477446"/>
                  <a:gd name="connsiteY0" fmla="*/ 314376 h 506505"/>
                  <a:gd name="connsiteX1" fmla="*/ 329384 w 477446"/>
                  <a:gd name="connsiteY1" fmla="*/ 314376 h 506505"/>
                  <a:gd name="connsiteX2" fmla="*/ 329108 w 477446"/>
                  <a:gd name="connsiteY2" fmla="*/ 315081 h 506505"/>
                  <a:gd name="connsiteX3" fmla="*/ 328822 w 477446"/>
                  <a:gd name="connsiteY3" fmla="*/ 314376 h 506505"/>
                  <a:gd name="connsiteX4" fmla="*/ 230842 w 477446"/>
                  <a:gd name="connsiteY4" fmla="*/ 72324 h 506505"/>
                  <a:gd name="connsiteX5" fmla="*/ 110159 w 477446"/>
                  <a:gd name="connsiteY5" fmla="*/ 189197 h 506505"/>
                  <a:gd name="connsiteX6" fmla="*/ 110687 w 477446"/>
                  <a:gd name="connsiteY6" fmla="*/ 191727 h 506505"/>
                  <a:gd name="connsiteX7" fmla="*/ 350996 w 477446"/>
                  <a:gd name="connsiteY7" fmla="*/ 191727 h 506505"/>
                  <a:gd name="connsiteX8" fmla="*/ 351524 w 477446"/>
                  <a:gd name="connsiteY8" fmla="*/ 189197 h 506505"/>
                  <a:gd name="connsiteX9" fmla="*/ 230842 w 477446"/>
                  <a:gd name="connsiteY9" fmla="*/ 72324 h 506505"/>
                  <a:gd name="connsiteX10" fmla="*/ 238824 w 477446"/>
                  <a:gd name="connsiteY10" fmla="*/ 151 h 506505"/>
                  <a:gd name="connsiteX11" fmla="*/ 477446 w 477446"/>
                  <a:gd name="connsiteY11" fmla="*/ 244623 h 506505"/>
                  <a:gd name="connsiteX12" fmla="*/ 475303 w 477446"/>
                  <a:gd name="connsiteY12" fmla="*/ 266405 h 506505"/>
                  <a:gd name="connsiteX13" fmla="*/ 122200 w 477446"/>
                  <a:gd name="connsiteY13" fmla="*/ 266405 h 506505"/>
                  <a:gd name="connsiteX14" fmla="*/ 122200 w 477446"/>
                  <a:gd name="connsiteY14" fmla="*/ 314376 h 506505"/>
                  <a:gd name="connsiteX15" fmla="*/ 124134 w 477446"/>
                  <a:gd name="connsiteY15" fmla="*/ 314376 h 506505"/>
                  <a:gd name="connsiteX16" fmla="*/ 377651 w 477446"/>
                  <a:gd name="connsiteY16" fmla="*/ 332156 h 506505"/>
                  <a:gd name="connsiteX17" fmla="*/ 471314 w 477446"/>
                  <a:gd name="connsiteY17" fmla="*/ 371236 h 506505"/>
                  <a:gd name="connsiteX18" fmla="*/ 264722 w 477446"/>
                  <a:gd name="connsiteY18" fmla="*/ 506210 h 506505"/>
                  <a:gd name="connsiteX19" fmla="*/ 202 w 477446"/>
                  <a:gd name="connsiteY19" fmla="*/ 244623 h 506505"/>
                  <a:gd name="connsiteX20" fmla="*/ 238824 w 477446"/>
                  <a:gd name="connsiteY20" fmla="*/ 151 h 506505"/>
                  <a:gd name="connsiteX0" fmla="*/ 328822 w 477446"/>
                  <a:gd name="connsiteY0" fmla="*/ 314376 h 506505"/>
                  <a:gd name="connsiteX1" fmla="*/ 329384 w 477446"/>
                  <a:gd name="connsiteY1" fmla="*/ 314376 h 506505"/>
                  <a:gd name="connsiteX2" fmla="*/ 329108 w 477446"/>
                  <a:gd name="connsiteY2" fmla="*/ 315081 h 506505"/>
                  <a:gd name="connsiteX3" fmla="*/ 328822 w 477446"/>
                  <a:gd name="connsiteY3" fmla="*/ 314376 h 506505"/>
                  <a:gd name="connsiteX4" fmla="*/ 230842 w 477446"/>
                  <a:gd name="connsiteY4" fmla="*/ 72324 h 506505"/>
                  <a:gd name="connsiteX5" fmla="*/ 110159 w 477446"/>
                  <a:gd name="connsiteY5" fmla="*/ 189197 h 506505"/>
                  <a:gd name="connsiteX6" fmla="*/ 180614 w 477446"/>
                  <a:gd name="connsiteY6" fmla="*/ 206396 h 506505"/>
                  <a:gd name="connsiteX7" fmla="*/ 350996 w 477446"/>
                  <a:gd name="connsiteY7" fmla="*/ 191727 h 506505"/>
                  <a:gd name="connsiteX8" fmla="*/ 351524 w 477446"/>
                  <a:gd name="connsiteY8" fmla="*/ 189197 h 506505"/>
                  <a:gd name="connsiteX9" fmla="*/ 230842 w 477446"/>
                  <a:gd name="connsiteY9" fmla="*/ 72324 h 506505"/>
                  <a:gd name="connsiteX10" fmla="*/ 238824 w 477446"/>
                  <a:gd name="connsiteY10" fmla="*/ 151 h 506505"/>
                  <a:gd name="connsiteX11" fmla="*/ 477446 w 477446"/>
                  <a:gd name="connsiteY11" fmla="*/ 244623 h 506505"/>
                  <a:gd name="connsiteX12" fmla="*/ 475303 w 477446"/>
                  <a:gd name="connsiteY12" fmla="*/ 266405 h 506505"/>
                  <a:gd name="connsiteX13" fmla="*/ 122200 w 477446"/>
                  <a:gd name="connsiteY13" fmla="*/ 266405 h 506505"/>
                  <a:gd name="connsiteX14" fmla="*/ 122200 w 477446"/>
                  <a:gd name="connsiteY14" fmla="*/ 314376 h 506505"/>
                  <a:gd name="connsiteX15" fmla="*/ 124134 w 477446"/>
                  <a:gd name="connsiteY15" fmla="*/ 314376 h 506505"/>
                  <a:gd name="connsiteX16" fmla="*/ 377651 w 477446"/>
                  <a:gd name="connsiteY16" fmla="*/ 332156 h 506505"/>
                  <a:gd name="connsiteX17" fmla="*/ 471314 w 477446"/>
                  <a:gd name="connsiteY17" fmla="*/ 371236 h 506505"/>
                  <a:gd name="connsiteX18" fmla="*/ 264722 w 477446"/>
                  <a:gd name="connsiteY18" fmla="*/ 506210 h 506505"/>
                  <a:gd name="connsiteX19" fmla="*/ 202 w 477446"/>
                  <a:gd name="connsiteY19" fmla="*/ 244623 h 506505"/>
                  <a:gd name="connsiteX20" fmla="*/ 238824 w 477446"/>
                  <a:gd name="connsiteY20" fmla="*/ 151 h 506505"/>
                  <a:gd name="connsiteX0" fmla="*/ 328822 w 477446"/>
                  <a:gd name="connsiteY0" fmla="*/ 314376 h 506505"/>
                  <a:gd name="connsiteX1" fmla="*/ 329384 w 477446"/>
                  <a:gd name="connsiteY1" fmla="*/ 314376 h 506505"/>
                  <a:gd name="connsiteX2" fmla="*/ 329108 w 477446"/>
                  <a:gd name="connsiteY2" fmla="*/ 315081 h 506505"/>
                  <a:gd name="connsiteX3" fmla="*/ 328822 w 477446"/>
                  <a:gd name="connsiteY3" fmla="*/ 314376 h 506505"/>
                  <a:gd name="connsiteX4" fmla="*/ 230842 w 477446"/>
                  <a:gd name="connsiteY4" fmla="*/ 72324 h 506505"/>
                  <a:gd name="connsiteX5" fmla="*/ 110159 w 477446"/>
                  <a:gd name="connsiteY5" fmla="*/ 189197 h 506505"/>
                  <a:gd name="connsiteX6" fmla="*/ 350996 w 477446"/>
                  <a:gd name="connsiteY6" fmla="*/ 191727 h 506505"/>
                  <a:gd name="connsiteX7" fmla="*/ 351524 w 477446"/>
                  <a:gd name="connsiteY7" fmla="*/ 189197 h 506505"/>
                  <a:gd name="connsiteX8" fmla="*/ 230842 w 477446"/>
                  <a:gd name="connsiteY8" fmla="*/ 72324 h 506505"/>
                  <a:gd name="connsiteX9" fmla="*/ 238824 w 477446"/>
                  <a:gd name="connsiteY9" fmla="*/ 151 h 506505"/>
                  <a:gd name="connsiteX10" fmla="*/ 477446 w 477446"/>
                  <a:gd name="connsiteY10" fmla="*/ 244623 h 506505"/>
                  <a:gd name="connsiteX11" fmla="*/ 475303 w 477446"/>
                  <a:gd name="connsiteY11" fmla="*/ 266405 h 506505"/>
                  <a:gd name="connsiteX12" fmla="*/ 122200 w 477446"/>
                  <a:gd name="connsiteY12" fmla="*/ 266405 h 506505"/>
                  <a:gd name="connsiteX13" fmla="*/ 122200 w 477446"/>
                  <a:gd name="connsiteY13" fmla="*/ 314376 h 506505"/>
                  <a:gd name="connsiteX14" fmla="*/ 124134 w 477446"/>
                  <a:gd name="connsiteY14" fmla="*/ 314376 h 506505"/>
                  <a:gd name="connsiteX15" fmla="*/ 377651 w 477446"/>
                  <a:gd name="connsiteY15" fmla="*/ 332156 h 506505"/>
                  <a:gd name="connsiteX16" fmla="*/ 471314 w 477446"/>
                  <a:gd name="connsiteY16" fmla="*/ 371236 h 506505"/>
                  <a:gd name="connsiteX17" fmla="*/ 264722 w 477446"/>
                  <a:gd name="connsiteY17" fmla="*/ 506210 h 506505"/>
                  <a:gd name="connsiteX18" fmla="*/ 202 w 477446"/>
                  <a:gd name="connsiteY18" fmla="*/ 244623 h 506505"/>
                  <a:gd name="connsiteX19" fmla="*/ 238824 w 477446"/>
                  <a:gd name="connsiteY19" fmla="*/ 151 h 506505"/>
                  <a:gd name="connsiteX0" fmla="*/ 328822 w 477446"/>
                  <a:gd name="connsiteY0" fmla="*/ 314376 h 506505"/>
                  <a:gd name="connsiteX1" fmla="*/ 329384 w 477446"/>
                  <a:gd name="connsiteY1" fmla="*/ 314376 h 506505"/>
                  <a:gd name="connsiteX2" fmla="*/ 329108 w 477446"/>
                  <a:gd name="connsiteY2" fmla="*/ 315081 h 506505"/>
                  <a:gd name="connsiteX3" fmla="*/ 328822 w 477446"/>
                  <a:gd name="connsiteY3" fmla="*/ 314376 h 506505"/>
                  <a:gd name="connsiteX4" fmla="*/ 230842 w 477446"/>
                  <a:gd name="connsiteY4" fmla="*/ 72324 h 506505"/>
                  <a:gd name="connsiteX5" fmla="*/ 125698 w 477446"/>
                  <a:gd name="connsiteY5" fmla="*/ 194087 h 506505"/>
                  <a:gd name="connsiteX6" fmla="*/ 350996 w 477446"/>
                  <a:gd name="connsiteY6" fmla="*/ 191727 h 506505"/>
                  <a:gd name="connsiteX7" fmla="*/ 351524 w 477446"/>
                  <a:gd name="connsiteY7" fmla="*/ 189197 h 506505"/>
                  <a:gd name="connsiteX8" fmla="*/ 230842 w 477446"/>
                  <a:gd name="connsiteY8" fmla="*/ 72324 h 506505"/>
                  <a:gd name="connsiteX9" fmla="*/ 238824 w 477446"/>
                  <a:gd name="connsiteY9" fmla="*/ 151 h 506505"/>
                  <a:gd name="connsiteX10" fmla="*/ 477446 w 477446"/>
                  <a:gd name="connsiteY10" fmla="*/ 244623 h 506505"/>
                  <a:gd name="connsiteX11" fmla="*/ 475303 w 477446"/>
                  <a:gd name="connsiteY11" fmla="*/ 266405 h 506505"/>
                  <a:gd name="connsiteX12" fmla="*/ 122200 w 477446"/>
                  <a:gd name="connsiteY12" fmla="*/ 266405 h 506505"/>
                  <a:gd name="connsiteX13" fmla="*/ 122200 w 477446"/>
                  <a:gd name="connsiteY13" fmla="*/ 314376 h 506505"/>
                  <a:gd name="connsiteX14" fmla="*/ 124134 w 477446"/>
                  <a:gd name="connsiteY14" fmla="*/ 314376 h 506505"/>
                  <a:gd name="connsiteX15" fmla="*/ 377651 w 477446"/>
                  <a:gd name="connsiteY15" fmla="*/ 332156 h 506505"/>
                  <a:gd name="connsiteX16" fmla="*/ 471314 w 477446"/>
                  <a:gd name="connsiteY16" fmla="*/ 371236 h 506505"/>
                  <a:gd name="connsiteX17" fmla="*/ 264722 w 477446"/>
                  <a:gd name="connsiteY17" fmla="*/ 506210 h 506505"/>
                  <a:gd name="connsiteX18" fmla="*/ 202 w 477446"/>
                  <a:gd name="connsiteY18" fmla="*/ 244623 h 506505"/>
                  <a:gd name="connsiteX19" fmla="*/ 238824 w 477446"/>
                  <a:gd name="connsiteY19" fmla="*/ 151 h 506505"/>
                  <a:gd name="connsiteX0" fmla="*/ 328822 w 477446"/>
                  <a:gd name="connsiteY0" fmla="*/ 314376 h 506505"/>
                  <a:gd name="connsiteX1" fmla="*/ 329384 w 477446"/>
                  <a:gd name="connsiteY1" fmla="*/ 314376 h 506505"/>
                  <a:gd name="connsiteX2" fmla="*/ 329108 w 477446"/>
                  <a:gd name="connsiteY2" fmla="*/ 315081 h 506505"/>
                  <a:gd name="connsiteX3" fmla="*/ 328822 w 477446"/>
                  <a:gd name="connsiteY3" fmla="*/ 314376 h 506505"/>
                  <a:gd name="connsiteX4" fmla="*/ 230842 w 477446"/>
                  <a:gd name="connsiteY4" fmla="*/ 72324 h 506505"/>
                  <a:gd name="connsiteX5" fmla="*/ 125698 w 477446"/>
                  <a:gd name="connsiteY5" fmla="*/ 194087 h 506505"/>
                  <a:gd name="connsiteX6" fmla="*/ 350996 w 477446"/>
                  <a:gd name="connsiteY6" fmla="*/ 191727 h 506505"/>
                  <a:gd name="connsiteX7" fmla="*/ 351524 w 477446"/>
                  <a:gd name="connsiteY7" fmla="*/ 189197 h 506505"/>
                  <a:gd name="connsiteX8" fmla="*/ 230842 w 477446"/>
                  <a:gd name="connsiteY8" fmla="*/ 72324 h 506505"/>
                  <a:gd name="connsiteX9" fmla="*/ 238824 w 477446"/>
                  <a:gd name="connsiteY9" fmla="*/ 151 h 506505"/>
                  <a:gd name="connsiteX10" fmla="*/ 477446 w 477446"/>
                  <a:gd name="connsiteY10" fmla="*/ 244623 h 506505"/>
                  <a:gd name="connsiteX11" fmla="*/ 475303 w 477446"/>
                  <a:gd name="connsiteY11" fmla="*/ 266405 h 506505"/>
                  <a:gd name="connsiteX12" fmla="*/ 122200 w 477446"/>
                  <a:gd name="connsiteY12" fmla="*/ 266405 h 506505"/>
                  <a:gd name="connsiteX13" fmla="*/ 122200 w 477446"/>
                  <a:gd name="connsiteY13" fmla="*/ 314376 h 506505"/>
                  <a:gd name="connsiteX14" fmla="*/ 124134 w 477446"/>
                  <a:gd name="connsiteY14" fmla="*/ 314376 h 506505"/>
                  <a:gd name="connsiteX15" fmla="*/ 377651 w 477446"/>
                  <a:gd name="connsiteY15" fmla="*/ 332156 h 506505"/>
                  <a:gd name="connsiteX16" fmla="*/ 471314 w 477446"/>
                  <a:gd name="connsiteY16" fmla="*/ 371236 h 506505"/>
                  <a:gd name="connsiteX17" fmla="*/ 264722 w 477446"/>
                  <a:gd name="connsiteY17" fmla="*/ 506210 h 506505"/>
                  <a:gd name="connsiteX18" fmla="*/ 202 w 477446"/>
                  <a:gd name="connsiteY18" fmla="*/ 244623 h 506505"/>
                  <a:gd name="connsiteX19" fmla="*/ 238824 w 477446"/>
                  <a:gd name="connsiteY19" fmla="*/ 151 h 506505"/>
                  <a:gd name="connsiteX0" fmla="*/ 328822 w 477446"/>
                  <a:gd name="connsiteY0" fmla="*/ 314376 h 506505"/>
                  <a:gd name="connsiteX1" fmla="*/ 329384 w 477446"/>
                  <a:gd name="connsiteY1" fmla="*/ 314376 h 506505"/>
                  <a:gd name="connsiteX2" fmla="*/ 329108 w 477446"/>
                  <a:gd name="connsiteY2" fmla="*/ 315081 h 506505"/>
                  <a:gd name="connsiteX3" fmla="*/ 328822 w 477446"/>
                  <a:gd name="connsiteY3" fmla="*/ 314376 h 506505"/>
                  <a:gd name="connsiteX4" fmla="*/ 230842 w 477446"/>
                  <a:gd name="connsiteY4" fmla="*/ 72324 h 506505"/>
                  <a:gd name="connsiteX5" fmla="*/ 125698 w 477446"/>
                  <a:gd name="connsiteY5" fmla="*/ 194087 h 506505"/>
                  <a:gd name="connsiteX6" fmla="*/ 350996 w 477446"/>
                  <a:gd name="connsiteY6" fmla="*/ 191727 h 506505"/>
                  <a:gd name="connsiteX7" fmla="*/ 351524 w 477446"/>
                  <a:gd name="connsiteY7" fmla="*/ 189197 h 506505"/>
                  <a:gd name="connsiteX8" fmla="*/ 230842 w 477446"/>
                  <a:gd name="connsiteY8" fmla="*/ 72324 h 506505"/>
                  <a:gd name="connsiteX9" fmla="*/ 238824 w 477446"/>
                  <a:gd name="connsiteY9" fmla="*/ 151 h 506505"/>
                  <a:gd name="connsiteX10" fmla="*/ 477446 w 477446"/>
                  <a:gd name="connsiteY10" fmla="*/ 244623 h 506505"/>
                  <a:gd name="connsiteX11" fmla="*/ 475303 w 477446"/>
                  <a:gd name="connsiteY11" fmla="*/ 266405 h 506505"/>
                  <a:gd name="connsiteX12" fmla="*/ 122200 w 477446"/>
                  <a:gd name="connsiteY12" fmla="*/ 266405 h 506505"/>
                  <a:gd name="connsiteX13" fmla="*/ 122200 w 477446"/>
                  <a:gd name="connsiteY13" fmla="*/ 314376 h 506505"/>
                  <a:gd name="connsiteX14" fmla="*/ 124134 w 477446"/>
                  <a:gd name="connsiteY14" fmla="*/ 314376 h 506505"/>
                  <a:gd name="connsiteX15" fmla="*/ 377651 w 477446"/>
                  <a:gd name="connsiteY15" fmla="*/ 332156 h 506505"/>
                  <a:gd name="connsiteX16" fmla="*/ 471314 w 477446"/>
                  <a:gd name="connsiteY16" fmla="*/ 371236 h 506505"/>
                  <a:gd name="connsiteX17" fmla="*/ 264722 w 477446"/>
                  <a:gd name="connsiteY17" fmla="*/ 506210 h 506505"/>
                  <a:gd name="connsiteX18" fmla="*/ 202 w 477446"/>
                  <a:gd name="connsiteY18" fmla="*/ 244623 h 506505"/>
                  <a:gd name="connsiteX19" fmla="*/ 238824 w 477446"/>
                  <a:gd name="connsiteY19" fmla="*/ 151 h 506505"/>
                  <a:gd name="connsiteX0" fmla="*/ 328822 w 477446"/>
                  <a:gd name="connsiteY0" fmla="*/ 314376 h 506505"/>
                  <a:gd name="connsiteX1" fmla="*/ 329384 w 477446"/>
                  <a:gd name="connsiteY1" fmla="*/ 314376 h 506505"/>
                  <a:gd name="connsiteX2" fmla="*/ 329108 w 477446"/>
                  <a:gd name="connsiteY2" fmla="*/ 315081 h 506505"/>
                  <a:gd name="connsiteX3" fmla="*/ 328822 w 477446"/>
                  <a:gd name="connsiteY3" fmla="*/ 314376 h 506505"/>
                  <a:gd name="connsiteX4" fmla="*/ 248499 w 477446"/>
                  <a:gd name="connsiteY4" fmla="*/ 69943 h 506505"/>
                  <a:gd name="connsiteX5" fmla="*/ 125698 w 477446"/>
                  <a:gd name="connsiteY5" fmla="*/ 194087 h 506505"/>
                  <a:gd name="connsiteX6" fmla="*/ 350996 w 477446"/>
                  <a:gd name="connsiteY6" fmla="*/ 191727 h 506505"/>
                  <a:gd name="connsiteX7" fmla="*/ 351524 w 477446"/>
                  <a:gd name="connsiteY7" fmla="*/ 189197 h 506505"/>
                  <a:gd name="connsiteX8" fmla="*/ 248499 w 477446"/>
                  <a:gd name="connsiteY8" fmla="*/ 69943 h 506505"/>
                  <a:gd name="connsiteX9" fmla="*/ 238824 w 477446"/>
                  <a:gd name="connsiteY9" fmla="*/ 151 h 506505"/>
                  <a:gd name="connsiteX10" fmla="*/ 477446 w 477446"/>
                  <a:gd name="connsiteY10" fmla="*/ 244623 h 506505"/>
                  <a:gd name="connsiteX11" fmla="*/ 475303 w 477446"/>
                  <a:gd name="connsiteY11" fmla="*/ 266405 h 506505"/>
                  <a:gd name="connsiteX12" fmla="*/ 122200 w 477446"/>
                  <a:gd name="connsiteY12" fmla="*/ 266405 h 506505"/>
                  <a:gd name="connsiteX13" fmla="*/ 122200 w 477446"/>
                  <a:gd name="connsiteY13" fmla="*/ 314376 h 506505"/>
                  <a:gd name="connsiteX14" fmla="*/ 124134 w 477446"/>
                  <a:gd name="connsiteY14" fmla="*/ 314376 h 506505"/>
                  <a:gd name="connsiteX15" fmla="*/ 377651 w 477446"/>
                  <a:gd name="connsiteY15" fmla="*/ 332156 h 506505"/>
                  <a:gd name="connsiteX16" fmla="*/ 471314 w 477446"/>
                  <a:gd name="connsiteY16" fmla="*/ 371236 h 506505"/>
                  <a:gd name="connsiteX17" fmla="*/ 264722 w 477446"/>
                  <a:gd name="connsiteY17" fmla="*/ 506210 h 506505"/>
                  <a:gd name="connsiteX18" fmla="*/ 202 w 477446"/>
                  <a:gd name="connsiteY18" fmla="*/ 244623 h 506505"/>
                  <a:gd name="connsiteX19" fmla="*/ 238824 w 477446"/>
                  <a:gd name="connsiteY19" fmla="*/ 151 h 506505"/>
                  <a:gd name="connsiteX0" fmla="*/ 268283 w 477446"/>
                  <a:gd name="connsiteY0" fmla="*/ 345332 h 506505"/>
                  <a:gd name="connsiteX1" fmla="*/ 329384 w 477446"/>
                  <a:gd name="connsiteY1" fmla="*/ 314376 h 506505"/>
                  <a:gd name="connsiteX2" fmla="*/ 329108 w 477446"/>
                  <a:gd name="connsiteY2" fmla="*/ 315081 h 506505"/>
                  <a:gd name="connsiteX3" fmla="*/ 268283 w 477446"/>
                  <a:gd name="connsiteY3" fmla="*/ 345332 h 506505"/>
                  <a:gd name="connsiteX4" fmla="*/ 248499 w 477446"/>
                  <a:gd name="connsiteY4" fmla="*/ 69943 h 506505"/>
                  <a:gd name="connsiteX5" fmla="*/ 125698 w 477446"/>
                  <a:gd name="connsiteY5" fmla="*/ 194087 h 506505"/>
                  <a:gd name="connsiteX6" fmla="*/ 350996 w 477446"/>
                  <a:gd name="connsiteY6" fmla="*/ 191727 h 506505"/>
                  <a:gd name="connsiteX7" fmla="*/ 351524 w 477446"/>
                  <a:gd name="connsiteY7" fmla="*/ 189197 h 506505"/>
                  <a:gd name="connsiteX8" fmla="*/ 248499 w 477446"/>
                  <a:gd name="connsiteY8" fmla="*/ 69943 h 506505"/>
                  <a:gd name="connsiteX9" fmla="*/ 238824 w 477446"/>
                  <a:gd name="connsiteY9" fmla="*/ 151 h 506505"/>
                  <a:gd name="connsiteX10" fmla="*/ 477446 w 477446"/>
                  <a:gd name="connsiteY10" fmla="*/ 244623 h 506505"/>
                  <a:gd name="connsiteX11" fmla="*/ 475303 w 477446"/>
                  <a:gd name="connsiteY11" fmla="*/ 266405 h 506505"/>
                  <a:gd name="connsiteX12" fmla="*/ 122200 w 477446"/>
                  <a:gd name="connsiteY12" fmla="*/ 266405 h 506505"/>
                  <a:gd name="connsiteX13" fmla="*/ 122200 w 477446"/>
                  <a:gd name="connsiteY13" fmla="*/ 314376 h 506505"/>
                  <a:gd name="connsiteX14" fmla="*/ 124134 w 477446"/>
                  <a:gd name="connsiteY14" fmla="*/ 314376 h 506505"/>
                  <a:gd name="connsiteX15" fmla="*/ 377651 w 477446"/>
                  <a:gd name="connsiteY15" fmla="*/ 332156 h 506505"/>
                  <a:gd name="connsiteX16" fmla="*/ 471314 w 477446"/>
                  <a:gd name="connsiteY16" fmla="*/ 371236 h 506505"/>
                  <a:gd name="connsiteX17" fmla="*/ 264722 w 477446"/>
                  <a:gd name="connsiteY17" fmla="*/ 506210 h 506505"/>
                  <a:gd name="connsiteX18" fmla="*/ 202 w 477446"/>
                  <a:gd name="connsiteY18" fmla="*/ 244623 h 506505"/>
                  <a:gd name="connsiteX19" fmla="*/ 238824 w 477446"/>
                  <a:gd name="connsiteY19" fmla="*/ 151 h 506505"/>
                  <a:gd name="connsiteX0" fmla="*/ 329108 w 477446"/>
                  <a:gd name="connsiteY0" fmla="*/ 315081 h 506505"/>
                  <a:gd name="connsiteX1" fmla="*/ 329384 w 477446"/>
                  <a:gd name="connsiteY1" fmla="*/ 314376 h 506505"/>
                  <a:gd name="connsiteX2" fmla="*/ 329108 w 477446"/>
                  <a:gd name="connsiteY2" fmla="*/ 315081 h 506505"/>
                  <a:gd name="connsiteX3" fmla="*/ 248499 w 477446"/>
                  <a:gd name="connsiteY3" fmla="*/ 69943 h 506505"/>
                  <a:gd name="connsiteX4" fmla="*/ 125698 w 477446"/>
                  <a:gd name="connsiteY4" fmla="*/ 194087 h 506505"/>
                  <a:gd name="connsiteX5" fmla="*/ 350996 w 477446"/>
                  <a:gd name="connsiteY5" fmla="*/ 191727 h 506505"/>
                  <a:gd name="connsiteX6" fmla="*/ 351524 w 477446"/>
                  <a:gd name="connsiteY6" fmla="*/ 189197 h 506505"/>
                  <a:gd name="connsiteX7" fmla="*/ 248499 w 477446"/>
                  <a:gd name="connsiteY7" fmla="*/ 69943 h 506505"/>
                  <a:gd name="connsiteX8" fmla="*/ 238824 w 477446"/>
                  <a:gd name="connsiteY8" fmla="*/ 151 h 506505"/>
                  <a:gd name="connsiteX9" fmla="*/ 477446 w 477446"/>
                  <a:gd name="connsiteY9" fmla="*/ 244623 h 506505"/>
                  <a:gd name="connsiteX10" fmla="*/ 475303 w 477446"/>
                  <a:gd name="connsiteY10" fmla="*/ 266405 h 506505"/>
                  <a:gd name="connsiteX11" fmla="*/ 122200 w 477446"/>
                  <a:gd name="connsiteY11" fmla="*/ 266405 h 506505"/>
                  <a:gd name="connsiteX12" fmla="*/ 122200 w 477446"/>
                  <a:gd name="connsiteY12" fmla="*/ 314376 h 506505"/>
                  <a:gd name="connsiteX13" fmla="*/ 124134 w 477446"/>
                  <a:gd name="connsiteY13" fmla="*/ 314376 h 506505"/>
                  <a:gd name="connsiteX14" fmla="*/ 377651 w 477446"/>
                  <a:gd name="connsiteY14" fmla="*/ 332156 h 506505"/>
                  <a:gd name="connsiteX15" fmla="*/ 471314 w 477446"/>
                  <a:gd name="connsiteY15" fmla="*/ 371236 h 506505"/>
                  <a:gd name="connsiteX16" fmla="*/ 264722 w 477446"/>
                  <a:gd name="connsiteY16" fmla="*/ 506210 h 506505"/>
                  <a:gd name="connsiteX17" fmla="*/ 202 w 477446"/>
                  <a:gd name="connsiteY17" fmla="*/ 244623 h 506505"/>
                  <a:gd name="connsiteX18" fmla="*/ 238824 w 477446"/>
                  <a:gd name="connsiteY18" fmla="*/ 151 h 506505"/>
                  <a:gd name="connsiteX0" fmla="*/ 248499 w 477446"/>
                  <a:gd name="connsiteY0" fmla="*/ 69943 h 506505"/>
                  <a:gd name="connsiteX1" fmla="*/ 125698 w 477446"/>
                  <a:gd name="connsiteY1" fmla="*/ 194087 h 506505"/>
                  <a:gd name="connsiteX2" fmla="*/ 350996 w 477446"/>
                  <a:gd name="connsiteY2" fmla="*/ 191727 h 506505"/>
                  <a:gd name="connsiteX3" fmla="*/ 351524 w 477446"/>
                  <a:gd name="connsiteY3" fmla="*/ 189197 h 506505"/>
                  <a:gd name="connsiteX4" fmla="*/ 248499 w 477446"/>
                  <a:gd name="connsiteY4" fmla="*/ 69943 h 506505"/>
                  <a:gd name="connsiteX5" fmla="*/ 238824 w 477446"/>
                  <a:gd name="connsiteY5" fmla="*/ 151 h 506505"/>
                  <a:gd name="connsiteX6" fmla="*/ 477446 w 477446"/>
                  <a:gd name="connsiteY6" fmla="*/ 244623 h 506505"/>
                  <a:gd name="connsiteX7" fmla="*/ 475303 w 477446"/>
                  <a:gd name="connsiteY7" fmla="*/ 266405 h 506505"/>
                  <a:gd name="connsiteX8" fmla="*/ 122200 w 477446"/>
                  <a:gd name="connsiteY8" fmla="*/ 266405 h 506505"/>
                  <a:gd name="connsiteX9" fmla="*/ 122200 w 477446"/>
                  <a:gd name="connsiteY9" fmla="*/ 314376 h 506505"/>
                  <a:gd name="connsiteX10" fmla="*/ 124134 w 477446"/>
                  <a:gd name="connsiteY10" fmla="*/ 314376 h 506505"/>
                  <a:gd name="connsiteX11" fmla="*/ 377651 w 477446"/>
                  <a:gd name="connsiteY11" fmla="*/ 332156 h 506505"/>
                  <a:gd name="connsiteX12" fmla="*/ 471314 w 477446"/>
                  <a:gd name="connsiteY12" fmla="*/ 371236 h 506505"/>
                  <a:gd name="connsiteX13" fmla="*/ 264722 w 477446"/>
                  <a:gd name="connsiteY13" fmla="*/ 506210 h 506505"/>
                  <a:gd name="connsiteX14" fmla="*/ 202 w 477446"/>
                  <a:gd name="connsiteY14" fmla="*/ 244623 h 506505"/>
                  <a:gd name="connsiteX15" fmla="*/ 238824 w 477446"/>
                  <a:gd name="connsiteY15" fmla="*/ 151 h 506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446" h="506505">
                    <a:moveTo>
                      <a:pt x="248499" y="69943"/>
                    </a:moveTo>
                    <a:cubicBezTo>
                      <a:pt x="173024" y="75521"/>
                      <a:pt x="130742" y="96202"/>
                      <a:pt x="125698" y="194087"/>
                    </a:cubicBezTo>
                    <a:lnTo>
                      <a:pt x="350996" y="191727"/>
                    </a:lnTo>
                    <a:lnTo>
                      <a:pt x="351524" y="189197"/>
                    </a:lnTo>
                    <a:cubicBezTo>
                      <a:pt x="351524" y="124650"/>
                      <a:pt x="323974" y="64365"/>
                      <a:pt x="248499" y="69943"/>
                    </a:cubicBezTo>
                    <a:close/>
                    <a:moveTo>
                      <a:pt x="238824" y="151"/>
                    </a:moveTo>
                    <a:cubicBezTo>
                      <a:pt x="417229" y="-4739"/>
                      <a:pt x="477446" y="109605"/>
                      <a:pt x="477446" y="244623"/>
                    </a:cubicBezTo>
                    <a:lnTo>
                      <a:pt x="475303" y="266405"/>
                    </a:lnTo>
                    <a:lnTo>
                      <a:pt x="122200" y="266405"/>
                    </a:lnTo>
                    <a:lnTo>
                      <a:pt x="122200" y="314376"/>
                    </a:lnTo>
                    <a:lnTo>
                      <a:pt x="124134" y="314376"/>
                    </a:lnTo>
                    <a:cubicBezTo>
                      <a:pt x="200870" y="481667"/>
                      <a:pt x="363072" y="409357"/>
                      <a:pt x="377651" y="332156"/>
                    </a:cubicBezTo>
                    <a:lnTo>
                      <a:pt x="471314" y="371236"/>
                    </a:lnTo>
                    <a:cubicBezTo>
                      <a:pt x="448176" y="397393"/>
                      <a:pt x="380464" y="501868"/>
                      <a:pt x="264722" y="506210"/>
                    </a:cubicBezTo>
                    <a:cubicBezTo>
                      <a:pt x="32751" y="514912"/>
                      <a:pt x="4518" y="328966"/>
                      <a:pt x="202" y="244623"/>
                    </a:cubicBezTo>
                    <a:cubicBezTo>
                      <a:pt x="-4114" y="160280"/>
                      <a:pt x="60419" y="5041"/>
                      <a:pt x="238824" y="15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18" name="Freeform 13">
                <a:extLst>
                  <a:ext uri="{FF2B5EF4-FFF2-40B4-BE49-F238E27FC236}">
                    <a16:creationId xmlns:a16="http://schemas.microsoft.com/office/drawing/2014/main" id="{E741E346-7DCB-44B1-8633-E4D8C516AC26}"/>
                  </a:ext>
                </a:extLst>
              </p:cNvPr>
              <p:cNvSpPr/>
              <p:nvPr userDrawn="1"/>
            </p:nvSpPr>
            <p:spPr>
              <a:xfrm>
                <a:off x="9364110" y="-692683"/>
                <a:ext cx="449163" cy="510331"/>
              </a:xfrm>
              <a:custGeom>
                <a:avLst/>
                <a:gdLst>
                  <a:gd name="connsiteX0" fmla="*/ 220763 w 444983"/>
                  <a:gd name="connsiteY0" fmla="*/ 257291 h 511033"/>
                  <a:gd name="connsiteX1" fmla="*/ 114765 w 444983"/>
                  <a:gd name="connsiteY1" fmla="*/ 350885 h 511033"/>
                  <a:gd name="connsiteX2" fmla="*/ 114764 w 444983"/>
                  <a:gd name="connsiteY2" fmla="*/ 350885 h 511033"/>
                  <a:gd name="connsiteX3" fmla="*/ 220762 w 444983"/>
                  <a:gd name="connsiteY3" fmla="*/ 444479 h 511033"/>
                  <a:gd name="connsiteX4" fmla="*/ 326760 w 444983"/>
                  <a:gd name="connsiteY4" fmla="*/ 350885 h 511033"/>
                  <a:gd name="connsiteX5" fmla="*/ 326760 w 444983"/>
                  <a:gd name="connsiteY5" fmla="*/ 257291 h 511033"/>
                  <a:gd name="connsiteX6" fmla="*/ 202840 w 444983"/>
                  <a:gd name="connsiteY6" fmla="*/ 2774 h 511033"/>
                  <a:gd name="connsiteX7" fmla="*/ 444077 w 444983"/>
                  <a:gd name="connsiteY7" fmla="*/ 89555 h 511033"/>
                  <a:gd name="connsiteX8" fmla="*/ 444983 w 444983"/>
                  <a:gd name="connsiteY8" fmla="*/ 503326 h 511033"/>
                  <a:gd name="connsiteX9" fmla="*/ 342002 w 444983"/>
                  <a:gd name="connsiteY9" fmla="*/ 503326 h 511033"/>
                  <a:gd name="connsiteX10" fmla="*/ 342002 w 444983"/>
                  <a:gd name="connsiteY10" fmla="*/ 360043 h 511033"/>
                  <a:gd name="connsiteX11" fmla="*/ 171001 w 444983"/>
                  <a:gd name="connsiteY11" fmla="*/ 511033 h 511033"/>
                  <a:gd name="connsiteX12" fmla="*/ 0 w 444983"/>
                  <a:gd name="connsiteY12" fmla="*/ 360043 h 511033"/>
                  <a:gd name="connsiteX13" fmla="*/ 1 w 444983"/>
                  <a:gd name="connsiteY13" fmla="*/ 360043 h 511033"/>
                  <a:gd name="connsiteX14" fmla="*/ 171002 w 444983"/>
                  <a:gd name="connsiteY14" fmla="*/ 209053 h 511033"/>
                  <a:gd name="connsiteX15" fmla="*/ 342002 w 444983"/>
                  <a:gd name="connsiteY15" fmla="*/ 209053 h 511033"/>
                  <a:gd name="connsiteX16" fmla="*/ 341683 w 444983"/>
                  <a:gd name="connsiteY16" fmla="*/ 134798 h 511033"/>
                  <a:gd name="connsiteX17" fmla="*/ 106258 w 444983"/>
                  <a:gd name="connsiteY17" fmla="*/ 161866 h 511033"/>
                  <a:gd name="connsiteX18" fmla="*/ 18739 w 444983"/>
                  <a:gd name="connsiteY18" fmla="*/ 145198 h 511033"/>
                  <a:gd name="connsiteX19" fmla="*/ 202840 w 444983"/>
                  <a:gd name="connsiteY19" fmla="*/ 2774 h 511033"/>
                  <a:gd name="connsiteX0" fmla="*/ 220763 w 444983"/>
                  <a:gd name="connsiteY0" fmla="*/ 256062 h 509804"/>
                  <a:gd name="connsiteX1" fmla="*/ 114765 w 444983"/>
                  <a:gd name="connsiteY1" fmla="*/ 349656 h 509804"/>
                  <a:gd name="connsiteX2" fmla="*/ 114764 w 444983"/>
                  <a:gd name="connsiteY2" fmla="*/ 349656 h 509804"/>
                  <a:gd name="connsiteX3" fmla="*/ 220762 w 444983"/>
                  <a:gd name="connsiteY3" fmla="*/ 443250 h 509804"/>
                  <a:gd name="connsiteX4" fmla="*/ 326760 w 444983"/>
                  <a:gd name="connsiteY4" fmla="*/ 349656 h 509804"/>
                  <a:gd name="connsiteX5" fmla="*/ 326760 w 444983"/>
                  <a:gd name="connsiteY5" fmla="*/ 256062 h 509804"/>
                  <a:gd name="connsiteX6" fmla="*/ 220763 w 444983"/>
                  <a:gd name="connsiteY6" fmla="*/ 256062 h 509804"/>
                  <a:gd name="connsiteX7" fmla="*/ 202840 w 444983"/>
                  <a:gd name="connsiteY7" fmla="*/ 1545 h 509804"/>
                  <a:gd name="connsiteX8" fmla="*/ 444077 w 444983"/>
                  <a:gd name="connsiteY8" fmla="*/ 88326 h 509804"/>
                  <a:gd name="connsiteX9" fmla="*/ 444983 w 444983"/>
                  <a:gd name="connsiteY9" fmla="*/ 502097 h 509804"/>
                  <a:gd name="connsiteX10" fmla="*/ 342002 w 444983"/>
                  <a:gd name="connsiteY10" fmla="*/ 502097 h 509804"/>
                  <a:gd name="connsiteX11" fmla="*/ 342002 w 444983"/>
                  <a:gd name="connsiteY11" fmla="*/ 358814 h 509804"/>
                  <a:gd name="connsiteX12" fmla="*/ 171001 w 444983"/>
                  <a:gd name="connsiteY12" fmla="*/ 509804 h 509804"/>
                  <a:gd name="connsiteX13" fmla="*/ 0 w 444983"/>
                  <a:gd name="connsiteY13" fmla="*/ 358814 h 509804"/>
                  <a:gd name="connsiteX14" fmla="*/ 1 w 444983"/>
                  <a:gd name="connsiteY14" fmla="*/ 358814 h 509804"/>
                  <a:gd name="connsiteX15" fmla="*/ 171002 w 444983"/>
                  <a:gd name="connsiteY15" fmla="*/ 207824 h 509804"/>
                  <a:gd name="connsiteX16" fmla="*/ 342002 w 444983"/>
                  <a:gd name="connsiteY16" fmla="*/ 207824 h 509804"/>
                  <a:gd name="connsiteX17" fmla="*/ 341683 w 444983"/>
                  <a:gd name="connsiteY17" fmla="*/ 133569 h 509804"/>
                  <a:gd name="connsiteX18" fmla="*/ 106258 w 444983"/>
                  <a:gd name="connsiteY18" fmla="*/ 160637 h 509804"/>
                  <a:gd name="connsiteX19" fmla="*/ 18739 w 444983"/>
                  <a:gd name="connsiteY19" fmla="*/ 143969 h 509804"/>
                  <a:gd name="connsiteX20" fmla="*/ 202840 w 444983"/>
                  <a:gd name="connsiteY20" fmla="*/ 1545 h 509804"/>
                  <a:gd name="connsiteX0" fmla="*/ 220763 w 444983"/>
                  <a:gd name="connsiteY0" fmla="*/ 255414 h 509156"/>
                  <a:gd name="connsiteX1" fmla="*/ 114765 w 444983"/>
                  <a:gd name="connsiteY1" fmla="*/ 349008 h 509156"/>
                  <a:gd name="connsiteX2" fmla="*/ 114764 w 444983"/>
                  <a:gd name="connsiteY2" fmla="*/ 349008 h 509156"/>
                  <a:gd name="connsiteX3" fmla="*/ 220762 w 444983"/>
                  <a:gd name="connsiteY3" fmla="*/ 442602 h 509156"/>
                  <a:gd name="connsiteX4" fmla="*/ 326760 w 444983"/>
                  <a:gd name="connsiteY4" fmla="*/ 349008 h 509156"/>
                  <a:gd name="connsiteX5" fmla="*/ 326760 w 444983"/>
                  <a:gd name="connsiteY5" fmla="*/ 255414 h 509156"/>
                  <a:gd name="connsiteX6" fmla="*/ 220763 w 444983"/>
                  <a:gd name="connsiteY6" fmla="*/ 255414 h 509156"/>
                  <a:gd name="connsiteX7" fmla="*/ 202840 w 444983"/>
                  <a:gd name="connsiteY7" fmla="*/ 897 h 509156"/>
                  <a:gd name="connsiteX8" fmla="*/ 444077 w 444983"/>
                  <a:gd name="connsiteY8" fmla="*/ 128206 h 509156"/>
                  <a:gd name="connsiteX9" fmla="*/ 444983 w 444983"/>
                  <a:gd name="connsiteY9" fmla="*/ 501449 h 509156"/>
                  <a:gd name="connsiteX10" fmla="*/ 342002 w 444983"/>
                  <a:gd name="connsiteY10" fmla="*/ 501449 h 509156"/>
                  <a:gd name="connsiteX11" fmla="*/ 342002 w 444983"/>
                  <a:gd name="connsiteY11" fmla="*/ 358166 h 509156"/>
                  <a:gd name="connsiteX12" fmla="*/ 171001 w 444983"/>
                  <a:gd name="connsiteY12" fmla="*/ 509156 h 509156"/>
                  <a:gd name="connsiteX13" fmla="*/ 0 w 444983"/>
                  <a:gd name="connsiteY13" fmla="*/ 358166 h 509156"/>
                  <a:gd name="connsiteX14" fmla="*/ 1 w 444983"/>
                  <a:gd name="connsiteY14" fmla="*/ 358166 h 509156"/>
                  <a:gd name="connsiteX15" fmla="*/ 171002 w 444983"/>
                  <a:gd name="connsiteY15" fmla="*/ 207176 h 509156"/>
                  <a:gd name="connsiteX16" fmla="*/ 342002 w 444983"/>
                  <a:gd name="connsiteY16" fmla="*/ 207176 h 509156"/>
                  <a:gd name="connsiteX17" fmla="*/ 341683 w 444983"/>
                  <a:gd name="connsiteY17" fmla="*/ 132921 h 509156"/>
                  <a:gd name="connsiteX18" fmla="*/ 106258 w 444983"/>
                  <a:gd name="connsiteY18" fmla="*/ 159989 h 509156"/>
                  <a:gd name="connsiteX19" fmla="*/ 18739 w 444983"/>
                  <a:gd name="connsiteY19" fmla="*/ 143321 h 509156"/>
                  <a:gd name="connsiteX20" fmla="*/ 202840 w 444983"/>
                  <a:gd name="connsiteY20" fmla="*/ 897 h 509156"/>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341683 w 444983"/>
                  <a:gd name="connsiteY17" fmla="*/ 133909 h 510144"/>
                  <a:gd name="connsiteX18" fmla="*/ 106258 w 444983"/>
                  <a:gd name="connsiteY18" fmla="*/ 160977 h 510144"/>
                  <a:gd name="connsiteX19" fmla="*/ 18739 w 444983"/>
                  <a:gd name="connsiteY19" fmla="*/ 144309 h 510144"/>
                  <a:gd name="connsiteX20" fmla="*/ 202840 w 444983"/>
                  <a:gd name="connsiteY20"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341683 w 444983"/>
                  <a:gd name="connsiteY17" fmla="*/ 133909 h 510144"/>
                  <a:gd name="connsiteX18" fmla="*/ 106258 w 444983"/>
                  <a:gd name="connsiteY18" fmla="*/ 171109 h 510144"/>
                  <a:gd name="connsiteX19" fmla="*/ 18739 w 444983"/>
                  <a:gd name="connsiteY19" fmla="*/ 144309 h 510144"/>
                  <a:gd name="connsiteX20" fmla="*/ 202840 w 444983"/>
                  <a:gd name="connsiteY20"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339150 w 444983"/>
                  <a:gd name="connsiteY17" fmla="*/ 146573 h 510144"/>
                  <a:gd name="connsiteX18" fmla="*/ 106258 w 444983"/>
                  <a:gd name="connsiteY18" fmla="*/ 171109 h 510144"/>
                  <a:gd name="connsiteX19" fmla="*/ 18739 w 444983"/>
                  <a:gd name="connsiteY19" fmla="*/ 144309 h 510144"/>
                  <a:gd name="connsiteX20" fmla="*/ 202840 w 444983"/>
                  <a:gd name="connsiteY20"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106258 w 444983"/>
                  <a:gd name="connsiteY17" fmla="*/ 171109 h 510144"/>
                  <a:gd name="connsiteX18" fmla="*/ 18739 w 444983"/>
                  <a:gd name="connsiteY18" fmla="*/ 144309 h 510144"/>
                  <a:gd name="connsiteX19" fmla="*/ 202840 w 444983"/>
                  <a:gd name="connsiteY19"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106258 w 444983"/>
                  <a:gd name="connsiteY17" fmla="*/ 171109 h 510144"/>
                  <a:gd name="connsiteX18" fmla="*/ 18739 w 444983"/>
                  <a:gd name="connsiteY18" fmla="*/ 144309 h 510144"/>
                  <a:gd name="connsiteX19" fmla="*/ 202840 w 444983"/>
                  <a:gd name="connsiteY19"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106258 w 444983"/>
                  <a:gd name="connsiteY17" fmla="*/ 171109 h 510144"/>
                  <a:gd name="connsiteX18" fmla="*/ 18739 w 444983"/>
                  <a:gd name="connsiteY18" fmla="*/ 144309 h 510144"/>
                  <a:gd name="connsiteX19" fmla="*/ 202840 w 444983"/>
                  <a:gd name="connsiteY19"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106258 w 444983"/>
                  <a:gd name="connsiteY17" fmla="*/ 171109 h 510144"/>
                  <a:gd name="connsiteX18" fmla="*/ 18739 w 444983"/>
                  <a:gd name="connsiteY18" fmla="*/ 144309 h 510144"/>
                  <a:gd name="connsiteX19" fmla="*/ 202840 w 444983"/>
                  <a:gd name="connsiteY19"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106258 w 444983"/>
                  <a:gd name="connsiteY17" fmla="*/ 171109 h 510144"/>
                  <a:gd name="connsiteX18" fmla="*/ 18739 w 444983"/>
                  <a:gd name="connsiteY18" fmla="*/ 144309 h 510144"/>
                  <a:gd name="connsiteX19" fmla="*/ 202840 w 444983"/>
                  <a:gd name="connsiteY19" fmla="*/ 1885 h 510144"/>
                  <a:gd name="connsiteX0" fmla="*/ 220763 w 449162"/>
                  <a:gd name="connsiteY0" fmla="*/ 255361 h 509103"/>
                  <a:gd name="connsiteX1" fmla="*/ 114765 w 449162"/>
                  <a:gd name="connsiteY1" fmla="*/ 348955 h 509103"/>
                  <a:gd name="connsiteX2" fmla="*/ 114764 w 449162"/>
                  <a:gd name="connsiteY2" fmla="*/ 348955 h 509103"/>
                  <a:gd name="connsiteX3" fmla="*/ 220762 w 449162"/>
                  <a:gd name="connsiteY3" fmla="*/ 442549 h 509103"/>
                  <a:gd name="connsiteX4" fmla="*/ 326760 w 449162"/>
                  <a:gd name="connsiteY4" fmla="*/ 348955 h 509103"/>
                  <a:gd name="connsiteX5" fmla="*/ 326760 w 449162"/>
                  <a:gd name="connsiteY5" fmla="*/ 255361 h 509103"/>
                  <a:gd name="connsiteX6" fmla="*/ 220763 w 449162"/>
                  <a:gd name="connsiteY6" fmla="*/ 255361 h 509103"/>
                  <a:gd name="connsiteX7" fmla="*/ 202840 w 449162"/>
                  <a:gd name="connsiteY7" fmla="*/ 844 h 509103"/>
                  <a:gd name="connsiteX8" fmla="*/ 449143 w 449162"/>
                  <a:gd name="connsiteY8" fmla="*/ 186411 h 509103"/>
                  <a:gd name="connsiteX9" fmla="*/ 444983 w 449162"/>
                  <a:gd name="connsiteY9" fmla="*/ 501396 h 509103"/>
                  <a:gd name="connsiteX10" fmla="*/ 342002 w 449162"/>
                  <a:gd name="connsiteY10" fmla="*/ 501396 h 509103"/>
                  <a:gd name="connsiteX11" fmla="*/ 342002 w 449162"/>
                  <a:gd name="connsiteY11" fmla="*/ 358113 h 509103"/>
                  <a:gd name="connsiteX12" fmla="*/ 171001 w 449162"/>
                  <a:gd name="connsiteY12" fmla="*/ 509103 h 509103"/>
                  <a:gd name="connsiteX13" fmla="*/ 0 w 449162"/>
                  <a:gd name="connsiteY13" fmla="*/ 358113 h 509103"/>
                  <a:gd name="connsiteX14" fmla="*/ 1 w 449162"/>
                  <a:gd name="connsiteY14" fmla="*/ 358113 h 509103"/>
                  <a:gd name="connsiteX15" fmla="*/ 171002 w 449162"/>
                  <a:gd name="connsiteY15" fmla="*/ 207123 h 509103"/>
                  <a:gd name="connsiteX16" fmla="*/ 342002 w 449162"/>
                  <a:gd name="connsiteY16" fmla="*/ 207123 h 509103"/>
                  <a:gd name="connsiteX17" fmla="*/ 106258 w 449162"/>
                  <a:gd name="connsiteY17" fmla="*/ 170068 h 509103"/>
                  <a:gd name="connsiteX18" fmla="*/ 18739 w 449162"/>
                  <a:gd name="connsiteY18" fmla="*/ 143268 h 509103"/>
                  <a:gd name="connsiteX19" fmla="*/ 202840 w 449162"/>
                  <a:gd name="connsiteY19" fmla="*/ 844 h 509103"/>
                  <a:gd name="connsiteX0" fmla="*/ 220763 w 449162"/>
                  <a:gd name="connsiteY0" fmla="*/ 255824 h 509566"/>
                  <a:gd name="connsiteX1" fmla="*/ 114765 w 449162"/>
                  <a:gd name="connsiteY1" fmla="*/ 349418 h 509566"/>
                  <a:gd name="connsiteX2" fmla="*/ 114764 w 449162"/>
                  <a:gd name="connsiteY2" fmla="*/ 349418 h 509566"/>
                  <a:gd name="connsiteX3" fmla="*/ 220762 w 449162"/>
                  <a:gd name="connsiteY3" fmla="*/ 443012 h 509566"/>
                  <a:gd name="connsiteX4" fmla="*/ 326760 w 449162"/>
                  <a:gd name="connsiteY4" fmla="*/ 349418 h 509566"/>
                  <a:gd name="connsiteX5" fmla="*/ 326760 w 449162"/>
                  <a:gd name="connsiteY5" fmla="*/ 255824 h 509566"/>
                  <a:gd name="connsiteX6" fmla="*/ 220763 w 449162"/>
                  <a:gd name="connsiteY6" fmla="*/ 255824 h 509566"/>
                  <a:gd name="connsiteX7" fmla="*/ 202840 w 449162"/>
                  <a:gd name="connsiteY7" fmla="*/ 1307 h 509566"/>
                  <a:gd name="connsiteX8" fmla="*/ 449143 w 449162"/>
                  <a:gd name="connsiteY8" fmla="*/ 186874 h 509566"/>
                  <a:gd name="connsiteX9" fmla="*/ 444983 w 449162"/>
                  <a:gd name="connsiteY9" fmla="*/ 501859 h 509566"/>
                  <a:gd name="connsiteX10" fmla="*/ 342002 w 449162"/>
                  <a:gd name="connsiteY10" fmla="*/ 501859 h 509566"/>
                  <a:gd name="connsiteX11" fmla="*/ 342002 w 449162"/>
                  <a:gd name="connsiteY11" fmla="*/ 358576 h 509566"/>
                  <a:gd name="connsiteX12" fmla="*/ 171001 w 449162"/>
                  <a:gd name="connsiteY12" fmla="*/ 509566 h 509566"/>
                  <a:gd name="connsiteX13" fmla="*/ 0 w 449162"/>
                  <a:gd name="connsiteY13" fmla="*/ 358576 h 509566"/>
                  <a:gd name="connsiteX14" fmla="*/ 1 w 449162"/>
                  <a:gd name="connsiteY14" fmla="*/ 358576 h 509566"/>
                  <a:gd name="connsiteX15" fmla="*/ 171002 w 449162"/>
                  <a:gd name="connsiteY15" fmla="*/ 207586 h 509566"/>
                  <a:gd name="connsiteX16" fmla="*/ 342002 w 449162"/>
                  <a:gd name="connsiteY16" fmla="*/ 207586 h 509566"/>
                  <a:gd name="connsiteX17" fmla="*/ 106258 w 449162"/>
                  <a:gd name="connsiteY17" fmla="*/ 170531 h 509566"/>
                  <a:gd name="connsiteX18" fmla="*/ 18739 w 449162"/>
                  <a:gd name="connsiteY18" fmla="*/ 143731 h 509566"/>
                  <a:gd name="connsiteX19" fmla="*/ 202840 w 449162"/>
                  <a:gd name="connsiteY19" fmla="*/ 1307 h 509566"/>
                  <a:gd name="connsiteX0" fmla="*/ 220763 w 449162"/>
                  <a:gd name="connsiteY0" fmla="*/ 256590 h 510332"/>
                  <a:gd name="connsiteX1" fmla="*/ 114765 w 449162"/>
                  <a:gd name="connsiteY1" fmla="*/ 350184 h 510332"/>
                  <a:gd name="connsiteX2" fmla="*/ 114764 w 449162"/>
                  <a:gd name="connsiteY2" fmla="*/ 350184 h 510332"/>
                  <a:gd name="connsiteX3" fmla="*/ 220762 w 449162"/>
                  <a:gd name="connsiteY3" fmla="*/ 443778 h 510332"/>
                  <a:gd name="connsiteX4" fmla="*/ 326760 w 449162"/>
                  <a:gd name="connsiteY4" fmla="*/ 350184 h 510332"/>
                  <a:gd name="connsiteX5" fmla="*/ 326760 w 449162"/>
                  <a:gd name="connsiteY5" fmla="*/ 256590 h 510332"/>
                  <a:gd name="connsiteX6" fmla="*/ 220763 w 449162"/>
                  <a:gd name="connsiteY6" fmla="*/ 256590 h 510332"/>
                  <a:gd name="connsiteX7" fmla="*/ 202840 w 449162"/>
                  <a:gd name="connsiteY7" fmla="*/ 2073 h 510332"/>
                  <a:gd name="connsiteX8" fmla="*/ 449143 w 449162"/>
                  <a:gd name="connsiteY8" fmla="*/ 187640 h 510332"/>
                  <a:gd name="connsiteX9" fmla="*/ 444983 w 449162"/>
                  <a:gd name="connsiteY9" fmla="*/ 502625 h 510332"/>
                  <a:gd name="connsiteX10" fmla="*/ 342002 w 449162"/>
                  <a:gd name="connsiteY10" fmla="*/ 502625 h 510332"/>
                  <a:gd name="connsiteX11" fmla="*/ 342002 w 449162"/>
                  <a:gd name="connsiteY11" fmla="*/ 359342 h 510332"/>
                  <a:gd name="connsiteX12" fmla="*/ 171001 w 449162"/>
                  <a:gd name="connsiteY12" fmla="*/ 510332 h 510332"/>
                  <a:gd name="connsiteX13" fmla="*/ 0 w 449162"/>
                  <a:gd name="connsiteY13" fmla="*/ 359342 h 510332"/>
                  <a:gd name="connsiteX14" fmla="*/ 1 w 449162"/>
                  <a:gd name="connsiteY14" fmla="*/ 359342 h 510332"/>
                  <a:gd name="connsiteX15" fmla="*/ 171002 w 449162"/>
                  <a:gd name="connsiteY15" fmla="*/ 208352 h 510332"/>
                  <a:gd name="connsiteX16" fmla="*/ 342002 w 449162"/>
                  <a:gd name="connsiteY16" fmla="*/ 208352 h 510332"/>
                  <a:gd name="connsiteX17" fmla="*/ 106258 w 449162"/>
                  <a:gd name="connsiteY17" fmla="*/ 171297 h 510332"/>
                  <a:gd name="connsiteX18" fmla="*/ 18739 w 449162"/>
                  <a:gd name="connsiteY18" fmla="*/ 144497 h 510332"/>
                  <a:gd name="connsiteX19" fmla="*/ 202840 w 449162"/>
                  <a:gd name="connsiteY19" fmla="*/ 2073 h 510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9162" h="510332">
                    <a:moveTo>
                      <a:pt x="220763" y="256590"/>
                    </a:moveTo>
                    <a:cubicBezTo>
                      <a:pt x="162222" y="256590"/>
                      <a:pt x="114765" y="298493"/>
                      <a:pt x="114765" y="350184"/>
                    </a:cubicBezTo>
                    <a:lnTo>
                      <a:pt x="114764" y="350184"/>
                    </a:lnTo>
                    <a:cubicBezTo>
                      <a:pt x="114764" y="401875"/>
                      <a:pt x="162221" y="443778"/>
                      <a:pt x="220762" y="443778"/>
                    </a:cubicBezTo>
                    <a:cubicBezTo>
                      <a:pt x="279303" y="443778"/>
                      <a:pt x="326760" y="401875"/>
                      <a:pt x="326760" y="350184"/>
                    </a:cubicBezTo>
                    <a:lnTo>
                      <a:pt x="326760" y="256590"/>
                    </a:lnTo>
                    <a:lnTo>
                      <a:pt x="220763" y="256590"/>
                    </a:lnTo>
                    <a:close/>
                    <a:moveTo>
                      <a:pt x="202840" y="2073"/>
                    </a:moveTo>
                    <a:cubicBezTo>
                      <a:pt x="268606" y="-8564"/>
                      <a:pt x="451358" y="17144"/>
                      <a:pt x="449143" y="187640"/>
                    </a:cubicBezTo>
                    <a:cubicBezTo>
                      <a:pt x="446928" y="358136"/>
                      <a:pt x="444681" y="373432"/>
                      <a:pt x="444983" y="502625"/>
                    </a:cubicBezTo>
                    <a:lnTo>
                      <a:pt x="342002" y="502625"/>
                    </a:lnTo>
                    <a:lnTo>
                      <a:pt x="342002" y="359342"/>
                    </a:lnTo>
                    <a:cubicBezTo>
                      <a:pt x="342002" y="442731"/>
                      <a:pt x="265442" y="510332"/>
                      <a:pt x="171001" y="510332"/>
                    </a:cubicBezTo>
                    <a:cubicBezTo>
                      <a:pt x="76560" y="510332"/>
                      <a:pt x="0" y="442731"/>
                      <a:pt x="0" y="359342"/>
                    </a:cubicBezTo>
                    <a:lnTo>
                      <a:pt x="1" y="359342"/>
                    </a:lnTo>
                    <a:cubicBezTo>
                      <a:pt x="1" y="275953"/>
                      <a:pt x="76561" y="208352"/>
                      <a:pt x="171002" y="208352"/>
                    </a:cubicBezTo>
                    <a:lnTo>
                      <a:pt x="342002" y="208352"/>
                    </a:lnTo>
                    <a:cubicBezTo>
                      <a:pt x="333744" y="27401"/>
                      <a:pt x="114541" y="90753"/>
                      <a:pt x="106258" y="171297"/>
                    </a:cubicBezTo>
                    <a:lnTo>
                      <a:pt x="18739" y="144497"/>
                    </a:lnTo>
                    <a:cubicBezTo>
                      <a:pt x="27139" y="117369"/>
                      <a:pt x="93230" y="19800"/>
                      <a:pt x="202840" y="207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19" name="Freeform 14">
                <a:extLst>
                  <a:ext uri="{FF2B5EF4-FFF2-40B4-BE49-F238E27FC236}">
                    <a16:creationId xmlns:a16="http://schemas.microsoft.com/office/drawing/2014/main" id="{78967D47-B368-4F7C-9B2C-EC64C202CC5F}"/>
                  </a:ext>
                </a:extLst>
              </p:cNvPr>
              <p:cNvSpPr/>
              <p:nvPr userDrawn="1"/>
            </p:nvSpPr>
            <p:spPr>
              <a:xfrm rot="11700000">
                <a:off x="9910855" y="-684388"/>
                <a:ext cx="493404" cy="684388"/>
              </a:xfrm>
              <a:custGeom>
                <a:avLst/>
                <a:gdLst>
                  <a:gd name="connsiteX0" fmla="*/ 272669 w 493405"/>
                  <a:gd name="connsiteY0" fmla="*/ 582533 h 684389"/>
                  <a:gd name="connsiteX1" fmla="*/ 341453 w 493405"/>
                  <a:gd name="connsiteY1" fmla="*/ 405828 h 684389"/>
                  <a:gd name="connsiteX2" fmla="*/ 193532 w 493405"/>
                  <a:gd name="connsiteY2" fmla="*/ 287189 h 684389"/>
                  <a:gd name="connsiteX3" fmla="*/ 124748 w 493405"/>
                  <a:gd name="connsiteY3" fmla="*/ 463894 h 684389"/>
                  <a:gd name="connsiteX4" fmla="*/ 272669 w 493405"/>
                  <a:gd name="connsiteY4" fmla="*/ 582533 h 684389"/>
                  <a:gd name="connsiteX5" fmla="*/ 274182 w 493405"/>
                  <a:gd name="connsiteY5" fmla="*/ 676942 h 684389"/>
                  <a:gd name="connsiteX6" fmla="*/ 203843 w 493405"/>
                  <a:gd name="connsiteY6" fmla="*/ 683659 h 684389"/>
                  <a:gd name="connsiteX7" fmla="*/ 7125 w 493405"/>
                  <a:gd name="connsiteY7" fmla="*/ 497615 h 684389"/>
                  <a:gd name="connsiteX8" fmla="*/ 78421 w 493405"/>
                  <a:gd name="connsiteY8" fmla="*/ 243836 h 684389"/>
                  <a:gd name="connsiteX9" fmla="*/ 213349 w 493405"/>
                  <a:gd name="connsiteY9" fmla="*/ 185179 h 684389"/>
                  <a:gd name="connsiteX10" fmla="*/ 274611 w 493405"/>
                  <a:gd name="connsiteY10" fmla="*/ 194332 h 684389"/>
                  <a:gd name="connsiteX11" fmla="*/ 229681 w 493405"/>
                  <a:gd name="connsiteY11" fmla="*/ 26653 h 684389"/>
                  <a:gd name="connsiteX12" fmla="*/ 329153 w 493405"/>
                  <a:gd name="connsiteY12" fmla="*/ 0 h 684389"/>
                  <a:gd name="connsiteX13" fmla="*/ 493405 w 493405"/>
                  <a:gd name="connsiteY13" fmla="*/ 612996 h 684389"/>
                  <a:gd name="connsiteX14" fmla="*/ 393933 w 493405"/>
                  <a:gd name="connsiteY14" fmla="*/ 639649 h 684389"/>
                  <a:gd name="connsiteX15" fmla="*/ 383624 w 493405"/>
                  <a:gd name="connsiteY15" fmla="*/ 601176 h 684389"/>
                  <a:gd name="connsiteX16" fmla="*/ 337614 w 493405"/>
                  <a:gd name="connsiteY16" fmla="*/ 646414 h 684389"/>
                  <a:gd name="connsiteX17" fmla="*/ 274182 w 493405"/>
                  <a:gd name="connsiteY17" fmla="*/ 676942 h 68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93405" h="684389">
                    <a:moveTo>
                      <a:pt x="272669" y="582533"/>
                    </a:moveTo>
                    <a:cubicBezTo>
                      <a:pt x="332511" y="566498"/>
                      <a:pt x="363306" y="487385"/>
                      <a:pt x="341453" y="405828"/>
                    </a:cubicBezTo>
                    <a:cubicBezTo>
                      <a:pt x="319600" y="324271"/>
                      <a:pt x="253374" y="271155"/>
                      <a:pt x="193532" y="287189"/>
                    </a:cubicBezTo>
                    <a:cubicBezTo>
                      <a:pt x="133690" y="303224"/>
                      <a:pt x="102895" y="382337"/>
                      <a:pt x="124748" y="463894"/>
                    </a:cubicBezTo>
                    <a:cubicBezTo>
                      <a:pt x="146601" y="545451"/>
                      <a:pt x="212827" y="598567"/>
                      <a:pt x="272669" y="582533"/>
                    </a:cubicBezTo>
                    <a:close/>
                    <a:moveTo>
                      <a:pt x="274182" y="676942"/>
                    </a:moveTo>
                    <a:cubicBezTo>
                      <a:pt x="251637" y="683326"/>
                      <a:pt x="227940" y="685742"/>
                      <a:pt x="203843" y="683659"/>
                    </a:cubicBezTo>
                    <a:cubicBezTo>
                      <a:pt x="109890" y="675539"/>
                      <a:pt x="30863" y="600800"/>
                      <a:pt x="7125" y="497615"/>
                    </a:cubicBezTo>
                    <a:cubicBezTo>
                      <a:pt x="-14288" y="404544"/>
                      <a:pt x="13444" y="305830"/>
                      <a:pt x="78421" y="243836"/>
                    </a:cubicBezTo>
                    <a:cubicBezTo>
                      <a:pt x="117406" y="206639"/>
                      <a:pt x="165117" y="186985"/>
                      <a:pt x="213349" y="185179"/>
                    </a:cubicBezTo>
                    <a:lnTo>
                      <a:pt x="274611" y="194332"/>
                    </a:lnTo>
                    <a:lnTo>
                      <a:pt x="229681" y="26653"/>
                    </a:lnTo>
                    <a:lnTo>
                      <a:pt x="329153" y="0"/>
                    </a:lnTo>
                    <a:lnTo>
                      <a:pt x="493405" y="612996"/>
                    </a:lnTo>
                    <a:lnTo>
                      <a:pt x="393933" y="639649"/>
                    </a:lnTo>
                    <a:lnTo>
                      <a:pt x="383624" y="601176"/>
                    </a:lnTo>
                    <a:lnTo>
                      <a:pt x="337614" y="646414"/>
                    </a:lnTo>
                    <a:cubicBezTo>
                      <a:pt x="318120" y="660206"/>
                      <a:pt x="296726" y="670558"/>
                      <a:pt x="274182" y="67694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20" name="Freeform 15">
                <a:extLst>
                  <a:ext uri="{FF2B5EF4-FFF2-40B4-BE49-F238E27FC236}">
                    <a16:creationId xmlns:a16="http://schemas.microsoft.com/office/drawing/2014/main" id="{9C6A325A-9449-48B8-874F-9B042AA19EE5}"/>
                  </a:ext>
                </a:extLst>
              </p:cNvPr>
              <p:cNvSpPr/>
              <p:nvPr userDrawn="1"/>
            </p:nvSpPr>
            <p:spPr>
              <a:xfrm rot="11700000">
                <a:off x="10484007" y="-688360"/>
                <a:ext cx="493404" cy="684388"/>
              </a:xfrm>
              <a:custGeom>
                <a:avLst/>
                <a:gdLst>
                  <a:gd name="connsiteX0" fmla="*/ 272669 w 493405"/>
                  <a:gd name="connsiteY0" fmla="*/ 582533 h 684389"/>
                  <a:gd name="connsiteX1" fmla="*/ 341453 w 493405"/>
                  <a:gd name="connsiteY1" fmla="*/ 405828 h 684389"/>
                  <a:gd name="connsiteX2" fmla="*/ 193532 w 493405"/>
                  <a:gd name="connsiteY2" fmla="*/ 287189 h 684389"/>
                  <a:gd name="connsiteX3" fmla="*/ 124748 w 493405"/>
                  <a:gd name="connsiteY3" fmla="*/ 463894 h 684389"/>
                  <a:gd name="connsiteX4" fmla="*/ 272669 w 493405"/>
                  <a:gd name="connsiteY4" fmla="*/ 582533 h 684389"/>
                  <a:gd name="connsiteX5" fmla="*/ 274182 w 493405"/>
                  <a:gd name="connsiteY5" fmla="*/ 676942 h 684389"/>
                  <a:gd name="connsiteX6" fmla="*/ 203843 w 493405"/>
                  <a:gd name="connsiteY6" fmla="*/ 683659 h 684389"/>
                  <a:gd name="connsiteX7" fmla="*/ 7125 w 493405"/>
                  <a:gd name="connsiteY7" fmla="*/ 497615 h 684389"/>
                  <a:gd name="connsiteX8" fmla="*/ 78421 w 493405"/>
                  <a:gd name="connsiteY8" fmla="*/ 243836 h 684389"/>
                  <a:gd name="connsiteX9" fmla="*/ 213349 w 493405"/>
                  <a:gd name="connsiteY9" fmla="*/ 185179 h 684389"/>
                  <a:gd name="connsiteX10" fmla="*/ 274611 w 493405"/>
                  <a:gd name="connsiteY10" fmla="*/ 194332 h 684389"/>
                  <a:gd name="connsiteX11" fmla="*/ 229681 w 493405"/>
                  <a:gd name="connsiteY11" fmla="*/ 26653 h 684389"/>
                  <a:gd name="connsiteX12" fmla="*/ 329153 w 493405"/>
                  <a:gd name="connsiteY12" fmla="*/ 0 h 684389"/>
                  <a:gd name="connsiteX13" fmla="*/ 493405 w 493405"/>
                  <a:gd name="connsiteY13" fmla="*/ 612996 h 684389"/>
                  <a:gd name="connsiteX14" fmla="*/ 393933 w 493405"/>
                  <a:gd name="connsiteY14" fmla="*/ 639649 h 684389"/>
                  <a:gd name="connsiteX15" fmla="*/ 383624 w 493405"/>
                  <a:gd name="connsiteY15" fmla="*/ 601176 h 684389"/>
                  <a:gd name="connsiteX16" fmla="*/ 337614 w 493405"/>
                  <a:gd name="connsiteY16" fmla="*/ 646414 h 684389"/>
                  <a:gd name="connsiteX17" fmla="*/ 274182 w 493405"/>
                  <a:gd name="connsiteY17" fmla="*/ 676942 h 68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93405" h="684389">
                    <a:moveTo>
                      <a:pt x="272669" y="582533"/>
                    </a:moveTo>
                    <a:cubicBezTo>
                      <a:pt x="332511" y="566498"/>
                      <a:pt x="363306" y="487385"/>
                      <a:pt x="341453" y="405828"/>
                    </a:cubicBezTo>
                    <a:cubicBezTo>
                      <a:pt x="319600" y="324271"/>
                      <a:pt x="253374" y="271155"/>
                      <a:pt x="193532" y="287189"/>
                    </a:cubicBezTo>
                    <a:cubicBezTo>
                      <a:pt x="133690" y="303224"/>
                      <a:pt x="102895" y="382337"/>
                      <a:pt x="124748" y="463894"/>
                    </a:cubicBezTo>
                    <a:cubicBezTo>
                      <a:pt x="146601" y="545451"/>
                      <a:pt x="212827" y="598567"/>
                      <a:pt x="272669" y="582533"/>
                    </a:cubicBezTo>
                    <a:close/>
                    <a:moveTo>
                      <a:pt x="274182" y="676942"/>
                    </a:moveTo>
                    <a:cubicBezTo>
                      <a:pt x="251637" y="683326"/>
                      <a:pt x="227940" y="685742"/>
                      <a:pt x="203843" y="683659"/>
                    </a:cubicBezTo>
                    <a:cubicBezTo>
                      <a:pt x="109890" y="675539"/>
                      <a:pt x="30863" y="600800"/>
                      <a:pt x="7125" y="497615"/>
                    </a:cubicBezTo>
                    <a:cubicBezTo>
                      <a:pt x="-14288" y="404544"/>
                      <a:pt x="13444" y="305830"/>
                      <a:pt x="78421" y="243836"/>
                    </a:cubicBezTo>
                    <a:cubicBezTo>
                      <a:pt x="117406" y="206639"/>
                      <a:pt x="165117" y="186985"/>
                      <a:pt x="213349" y="185179"/>
                    </a:cubicBezTo>
                    <a:lnTo>
                      <a:pt x="274611" y="194332"/>
                    </a:lnTo>
                    <a:lnTo>
                      <a:pt x="229681" y="26653"/>
                    </a:lnTo>
                    <a:lnTo>
                      <a:pt x="329153" y="0"/>
                    </a:lnTo>
                    <a:lnTo>
                      <a:pt x="493405" y="612996"/>
                    </a:lnTo>
                    <a:lnTo>
                      <a:pt x="393933" y="639649"/>
                    </a:lnTo>
                    <a:lnTo>
                      <a:pt x="383624" y="601176"/>
                    </a:lnTo>
                    <a:lnTo>
                      <a:pt x="337614" y="646414"/>
                    </a:lnTo>
                    <a:cubicBezTo>
                      <a:pt x="318120" y="660206"/>
                      <a:pt x="296726" y="670558"/>
                      <a:pt x="274182" y="67694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21" name="Freeform 16">
                <a:extLst>
                  <a:ext uri="{FF2B5EF4-FFF2-40B4-BE49-F238E27FC236}">
                    <a16:creationId xmlns:a16="http://schemas.microsoft.com/office/drawing/2014/main" id="{4ACDB940-9579-4137-8257-E5F4BDEB3584}"/>
                  </a:ext>
                </a:extLst>
              </p:cNvPr>
              <p:cNvSpPr/>
              <p:nvPr userDrawn="1"/>
            </p:nvSpPr>
            <p:spPr>
              <a:xfrm>
                <a:off x="11687139" y="-680173"/>
                <a:ext cx="392898" cy="490113"/>
              </a:xfrm>
              <a:custGeom>
                <a:avLst/>
                <a:gdLst>
                  <a:gd name="connsiteX0" fmla="*/ 247433 w 397878"/>
                  <a:gd name="connsiteY0" fmla="*/ 0 h 489095"/>
                  <a:gd name="connsiteX1" fmla="*/ 305993 w 397878"/>
                  <a:gd name="connsiteY1" fmla="*/ 12632 h 489095"/>
                  <a:gd name="connsiteX2" fmla="*/ 318932 w 397878"/>
                  <a:gd name="connsiteY2" fmla="*/ 21954 h 489095"/>
                  <a:gd name="connsiteX3" fmla="*/ 392859 w 397878"/>
                  <a:gd name="connsiteY3" fmla="*/ 21954 h 489095"/>
                  <a:gd name="connsiteX4" fmla="*/ 392859 w 397878"/>
                  <a:gd name="connsiteY4" fmla="*/ 134188 h 489095"/>
                  <a:gd name="connsiteX5" fmla="*/ 397878 w 397878"/>
                  <a:gd name="connsiteY5" fmla="*/ 160750 h 489095"/>
                  <a:gd name="connsiteX6" fmla="*/ 392859 w 397878"/>
                  <a:gd name="connsiteY6" fmla="*/ 187313 h 489095"/>
                  <a:gd name="connsiteX7" fmla="*/ 392859 w 397878"/>
                  <a:gd name="connsiteY7" fmla="*/ 489095 h 489095"/>
                  <a:gd name="connsiteX8" fmla="*/ 289878 w 397878"/>
                  <a:gd name="connsiteY8" fmla="*/ 489095 h 489095"/>
                  <a:gd name="connsiteX9" fmla="*/ 289878 w 397878"/>
                  <a:gd name="connsiteY9" fmla="*/ 312344 h 489095"/>
                  <a:gd name="connsiteX10" fmla="*/ 247433 w 397878"/>
                  <a:gd name="connsiteY10" fmla="*/ 321500 h 489095"/>
                  <a:gd name="connsiteX11" fmla="*/ 108811 w 397878"/>
                  <a:gd name="connsiteY11" fmla="*/ 223322 h 489095"/>
                  <a:gd name="connsiteX12" fmla="*/ 102981 w 397878"/>
                  <a:gd name="connsiteY12" fmla="*/ 192468 h 489095"/>
                  <a:gd name="connsiteX13" fmla="*/ 102981 w 397878"/>
                  <a:gd name="connsiteY13" fmla="*/ 489095 h 489095"/>
                  <a:gd name="connsiteX14" fmla="*/ 0 w 397878"/>
                  <a:gd name="connsiteY14" fmla="*/ 489095 h 489095"/>
                  <a:gd name="connsiteX15" fmla="*/ 0 w 397878"/>
                  <a:gd name="connsiteY15" fmla="*/ 21954 h 489095"/>
                  <a:gd name="connsiteX16" fmla="*/ 102981 w 397878"/>
                  <a:gd name="connsiteY16" fmla="*/ 21954 h 489095"/>
                  <a:gd name="connsiteX17" fmla="*/ 102981 w 397878"/>
                  <a:gd name="connsiteY17" fmla="*/ 129033 h 489095"/>
                  <a:gd name="connsiteX18" fmla="*/ 108811 w 397878"/>
                  <a:gd name="connsiteY18" fmla="*/ 98179 h 489095"/>
                  <a:gd name="connsiteX19" fmla="*/ 247433 w 397878"/>
                  <a:gd name="connsiteY19" fmla="*/ 0 h 489095"/>
                  <a:gd name="connsiteX0" fmla="*/ 247433 w 397878"/>
                  <a:gd name="connsiteY0" fmla="*/ 0 h 489095"/>
                  <a:gd name="connsiteX1" fmla="*/ 305993 w 397878"/>
                  <a:gd name="connsiteY1" fmla="*/ 12632 h 489095"/>
                  <a:gd name="connsiteX2" fmla="*/ 392859 w 397878"/>
                  <a:gd name="connsiteY2" fmla="*/ 21954 h 489095"/>
                  <a:gd name="connsiteX3" fmla="*/ 392859 w 397878"/>
                  <a:gd name="connsiteY3" fmla="*/ 134188 h 489095"/>
                  <a:gd name="connsiteX4" fmla="*/ 397878 w 397878"/>
                  <a:gd name="connsiteY4" fmla="*/ 160750 h 489095"/>
                  <a:gd name="connsiteX5" fmla="*/ 392859 w 397878"/>
                  <a:gd name="connsiteY5" fmla="*/ 187313 h 489095"/>
                  <a:gd name="connsiteX6" fmla="*/ 392859 w 397878"/>
                  <a:gd name="connsiteY6" fmla="*/ 489095 h 489095"/>
                  <a:gd name="connsiteX7" fmla="*/ 289878 w 397878"/>
                  <a:gd name="connsiteY7" fmla="*/ 489095 h 489095"/>
                  <a:gd name="connsiteX8" fmla="*/ 289878 w 397878"/>
                  <a:gd name="connsiteY8" fmla="*/ 312344 h 489095"/>
                  <a:gd name="connsiteX9" fmla="*/ 247433 w 397878"/>
                  <a:gd name="connsiteY9" fmla="*/ 321500 h 489095"/>
                  <a:gd name="connsiteX10" fmla="*/ 108811 w 397878"/>
                  <a:gd name="connsiteY10" fmla="*/ 223322 h 489095"/>
                  <a:gd name="connsiteX11" fmla="*/ 102981 w 397878"/>
                  <a:gd name="connsiteY11" fmla="*/ 192468 h 489095"/>
                  <a:gd name="connsiteX12" fmla="*/ 102981 w 397878"/>
                  <a:gd name="connsiteY12" fmla="*/ 489095 h 489095"/>
                  <a:gd name="connsiteX13" fmla="*/ 0 w 397878"/>
                  <a:gd name="connsiteY13" fmla="*/ 489095 h 489095"/>
                  <a:gd name="connsiteX14" fmla="*/ 0 w 397878"/>
                  <a:gd name="connsiteY14" fmla="*/ 21954 h 489095"/>
                  <a:gd name="connsiteX15" fmla="*/ 102981 w 397878"/>
                  <a:gd name="connsiteY15" fmla="*/ 21954 h 489095"/>
                  <a:gd name="connsiteX16" fmla="*/ 102981 w 397878"/>
                  <a:gd name="connsiteY16" fmla="*/ 129033 h 489095"/>
                  <a:gd name="connsiteX17" fmla="*/ 108811 w 397878"/>
                  <a:gd name="connsiteY17" fmla="*/ 98179 h 489095"/>
                  <a:gd name="connsiteX18" fmla="*/ 247433 w 397878"/>
                  <a:gd name="connsiteY18" fmla="*/ 0 h 489095"/>
                  <a:gd name="connsiteX0" fmla="*/ 247433 w 397878"/>
                  <a:gd name="connsiteY0" fmla="*/ 5120 h 494215"/>
                  <a:gd name="connsiteX1" fmla="*/ 392859 w 397878"/>
                  <a:gd name="connsiteY1" fmla="*/ 27074 h 494215"/>
                  <a:gd name="connsiteX2" fmla="*/ 392859 w 397878"/>
                  <a:gd name="connsiteY2" fmla="*/ 139308 h 494215"/>
                  <a:gd name="connsiteX3" fmla="*/ 397878 w 397878"/>
                  <a:gd name="connsiteY3" fmla="*/ 165870 h 494215"/>
                  <a:gd name="connsiteX4" fmla="*/ 392859 w 397878"/>
                  <a:gd name="connsiteY4" fmla="*/ 192433 h 494215"/>
                  <a:gd name="connsiteX5" fmla="*/ 392859 w 397878"/>
                  <a:gd name="connsiteY5" fmla="*/ 494215 h 494215"/>
                  <a:gd name="connsiteX6" fmla="*/ 289878 w 397878"/>
                  <a:gd name="connsiteY6" fmla="*/ 494215 h 494215"/>
                  <a:gd name="connsiteX7" fmla="*/ 289878 w 397878"/>
                  <a:gd name="connsiteY7" fmla="*/ 317464 h 494215"/>
                  <a:gd name="connsiteX8" fmla="*/ 247433 w 397878"/>
                  <a:gd name="connsiteY8" fmla="*/ 326620 h 494215"/>
                  <a:gd name="connsiteX9" fmla="*/ 108811 w 397878"/>
                  <a:gd name="connsiteY9" fmla="*/ 228442 h 494215"/>
                  <a:gd name="connsiteX10" fmla="*/ 102981 w 397878"/>
                  <a:gd name="connsiteY10" fmla="*/ 197588 h 494215"/>
                  <a:gd name="connsiteX11" fmla="*/ 102981 w 397878"/>
                  <a:gd name="connsiteY11" fmla="*/ 494215 h 494215"/>
                  <a:gd name="connsiteX12" fmla="*/ 0 w 397878"/>
                  <a:gd name="connsiteY12" fmla="*/ 494215 h 494215"/>
                  <a:gd name="connsiteX13" fmla="*/ 0 w 397878"/>
                  <a:gd name="connsiteY13" fmla="*/ 27074 h 494215"/>
                  <a:gd name="connsiteX14" fmla="*/ 102981 w 397878"/>
                  <a:gd name="connsiteY14" fmla="*/ 27074 h 494215"/>
                  <a:gd name="connsiteX15" fmla="*/ 102981 w 397878"/>
                  <a:gd name="connsiteY15" fmla="*/ 134153 h 494215"/>
                  <a:gd name="connsiteX16" fmla="*/ 108811 w 397878"/>
                  <a:gd name="connsiteY16" fmla="*/ 103299 h 494215"/>
                  <a:gd name="connsiteX17" fmla="*/ 247433 w 397878"/>
                  <a:gd name="connsiteY17" fmla="*/ 5120 h 494215"/>
                  <a:gd name="connsiteX0" fmla="*/ 247433 w 397878"/>
                  <a:gd name="connsiteY0" fmla="*/ 0 h 489095"/>
                  <a:gd name="connsiteX1" fmla="*/ 392859 w 397878"/>
                  <a:gd name="connsiteY1" fmla="*/ 134188 h 489095"/>
                  <a:gd name="connsiteX2" fmla="*/ 397878 w 397878"/>
                  <a:gd name="connsiteY2" fmla="*/ 160750 h 489095"/>
                  <a:gd name="connsiteX3" fmla="*/ 392859 w 397878"/>
                  <a:gd name="connsiteY3" fmla="*/ 187313 h 489095"/>
                  <a:gd name="connsiteX4" fmla="*/ 392859 w 397878"/>
                  <a:gd name="connsiteY4" fmla="*/ 489095 h 489095"/>
                  <a:gd name="connsiteX5" fmla="*/ 289878 w 397878"/>
                  <a:gd name="connsiteY5" fmla="*/ 489095 h 489095"/>
                  <a:gd name="connsiteX6" fmla="*/ 289878 w 397878"/>
                  <a:gd name="connsiteY6" fmla="*/ 312344 h 489095"/>
                  <a:gd name="connsiteX7" fmla="*/ 247433 w 397878"/>
                  <a:gd name="connsiteY7" fmla="*/ 321500 h 489095"/>
                  <a:gd name="connsiteX8" fmla="*/ 108811 w 397878"/>
                  <a:gd name="connsiteY8" fmla="*/ 223322 h 489095"/>
                  <a:gd name="connsiteX9" fmla="*/ 102981 w 397878"/>
                  <a:gd name="connsiteY9" fmla="*/ 192468 h 489095"/>
                  <a:gd name="connsiteX10" fmla="*/ 102981 w 397878"/>
                  <a:gd name="connsiteY10" fmla="*/ 489095 h 489095"/>
                  <a:gd name="connsiteX11" fmla="*/ 0 w 397878"/>
                  <a:gd name="connsiteY11" fmla="*/ 489095 h 489095"/>
                  <a:gd name="connsiteX12" fmla="*/ 0 w 397878"/>
                  <a:gd name="connsiteY12" fmla="*/ 21954 h 489095"/>
                  <a:gd name="connsiteX13" fmla="*/ 102981 w 397878"/>
                  <a:gd name="connsiteY13" fmla="*/ 21954 h 489095"/>
                  <a:gd name="connsiteX14" fmla="*/ 102981 w 397878"/>
                  <a:gd name="connsiteY14" fmla="*/ 129033 h 489095"/>
                  <a:gd name="connsiteX15" fmla="*/ 108811 w 397878"/>
                  <a:gd name="connsiteY15" fmla="*/ 98179 h 489095"/>
                  <a:gd name="connsiteX16" fmla="*/ 247433 w 397878"/>
                  <a:gd name="connsiteY16" fmla="*/ 0 h 489095"/>
                  <a:gd name="connsiteX0" fmla="*/ 247433 w 397878"/>
                  <a:gd name="connsiteY0" fmla="*/ 984 h 490079"/>
                  <a:gd name="connsiteX1" fmla="*/ 392859 w 397878"/>
                  <a:gd name="connsiteY1" fmla="*/ 135172 h 490079"/>
                  <a:gd name="connsiteX2" fmla="*/ 397878 w 397878"/>
                  <a:gd name="connsiteY2" fmla="*/ 161734 h 490079"/>
                  <a:gd name="connsiteX3" fmla="*/ 392859 w 397878"/>
                  <a:gd name="connsiteY3" fmla="*/ 188297 h 490079"/>
                  <a:gd name="connsiteX4" fmla="*/ 392859 w 397878"/>
                  <a:gd name="connsiteY4" fmla="*/ 490079 h 490079"/>
                  <a:gd name="connsiteX5" fmla="*/ 289878 w 397878"/>
                  <a:gd name="connsiteY5" fmla="*/ 490079 h 490079"/>
                  <a:gd name="connsiteX6" fmla="*/ 289878 w 397878"/>
                  <a:gd name="connsiteY6" fmla="*/ 313328 h 490079"/>
                  <a:gd name="connsiteX7" fmla="*/ 247433 w 397878"/>
                  <a:gd name="connsiteY7" fmla="*/ 322484 h 490079"/>
                  <a:gd name="connsiteX8" fmla="*/ 108811 w 397878"/>
                  <a:gd name="connsiteY8" fmla="*/ 224306 h 490079"/>
                  <a:gd name="connsiteX9" fmla="*/ 102981 w 397878"/>
                  <a:gd name="connsiteY9" fmla="*/ 193452 h 490079"/>
                  <a:gd name="connsiteX10" fmla="*/ 102981 w 397878"/>
                  <a:gd name="connsiteY10" fmla="*/ 490079 h 490079"/>
                  <a:gd name="connsiteX11" fmla="*/ 0 w 397878"/>
                  <a:gd name="connsiteY11" fmla="*/ 490079 h 490079"/>
                  <a:gd name="connsiteX12" fmla="*/ 0 w 397878"/>
                  <a:gd name="connsiteY12" fmla="*/ 22938 h 490079"/>
                  <a:gd name="connsiteX13" fmla="*/ 102981 w 397878"/>
                  <a:gd name="connsiteY13" fmla="*/ 22938 h 490079"/>
                  <a:gd name="connsiteX14" fmla="*/ 102981 w 397878"/>
                  <a:gd name="connsiteY14" fmla="*/ 130017 h 490079"/>
                  <a:gd name="connsiteX15" fmla="*/ 108811 w 397878"/>
                  <a:gd name="connsiteY15" fmla="*/ 99163 h 490079"/>
                  <a:gd name="connsiteX16" fmla="*/ 247433 w 397878"/>
                  <a:gd name="connsiteY16" fmla="*/ 984 h 490079"/>
                  <a:gd name="connsiteX0" fmla="*/ 247433 w 397878"/>
                  <a:gd name="connsiteY0" fmla="*/ 0 h 489095"/>
                  <a:gd name="connsiteX1" fmla="*/ 397878 w 397878"/>
                  <a:gd name="connsiteY1" fmla="*/ 160750 h 489095"/>
                  <a:gd name="connsiteX2" fmla="*/ 392859 w 397878"/>
                  <a:gd name="connsiteY2" fmla="*/ 187313 h 489095"/>
                  <a:gd name="connsiteX3" fmla="*/ 392859 w 397878"/>
                  <a:gd name="connsiteY3" fmla="*/ 489095 h 489095"/>
                  <a:gd name="connsiteX4" fmla="*/ 289878 w 397878"/>
                  <a:gd name="connsiteY4" fmla="*/ 489095 h 489095"/>
                  <a:gd name="connsiteX5" fmla="*/ 289878 w 397878"/>
                  <a:gd name="connsiteY5" fmla="*/ 312344 h 489095"/>
                  <a:gd name="connsiteX6" fmla="*/ 247433 w 397878"/>
                  <a:gd name="connsiteY6" fmla="*/ 321500 h 489095"/>
                  <a:gd name="connsiteX7" fmla="*/ 108811 w 397878"/>
                  <a:gd name="connsiteY7" fmla="*/ 223322 h 489095"/>
                  <a:gd name="connsiteX8" fmla="*/ 102981 w 397878"/>
                  <a:gd name="connsiteY8" fmla="*/ 192468 h 489095"/>
                  <a:gd name="connsiteX9" fmla="*/ 102981 w 397878"/>
                  <a:gd name="connsiteY9" fmla="*/ 489095 h 489095"/>
                  <a:gd name="connsiteX10" fmla="*/ 0 w 397878"/>
                  <a:gd name="connsiteY10" fmla="*/ 489095 h 489095"/>
                  <a:gd name="connsiteX11" fmla="*/ 0 w 397878"/>
                  <a:gd name="connsiteY11" fmla="*/ 21954 h 489095"/>
                  <a:gd name="connsiteX12" fmla="*/ 102981 w 397878"/>
                  <a:gd name="connsiteY12" fmla="*/ 21954 h 489095"/>
                  <a:gd name="connsiteX13" fmla="*/ 102981 w 397878"/>
                  <a:gd name="connsiteY13" fmla="*/ 129033 h 489095"/>
                  <a:gd name="connsiteX14" fmla="*/ 108811 w 397878"/>
                  <a:gd name="connsiteY14" fmla="*/ 98179 h 489095"/>
                  <a:gd name="connsiteX15" fmla="*/ 247433 w 397878"/>
                  <a:gd name="connsiteY15" fmla="*/ 0 h 489095"/>
                  <a:gd name="connsiteX0" fmla="*/ 247433 w 392859"/>
                  <a:gd name="connsiteY0" fmla="*/ 0 h 489095"/>
                  <a:gd name="connsiteX1" fmla="*/ 392859 w 392859"/>
                  <a:gd name="connsiteY1" fmla="*/ 187313 h 489095"/>
                  <a:gd name="connsiteX2" fmla="*/ 392859 w 392859"/>
                  <a:gd name="connsiteY2" fmla="*/ 489095 h 489095"/>
                  <a:gd name="connsiteX3" fmla="*/ 289878 w 392859"/>
                  <a:gd name="connsiteY3" fmla="*/ 489095 h 489095"/>
                  <a:gd name="connsiteX4" fmla="*/ 289878 w 392859"/>
                  <a:gd name="connsiteY4" fmla="*/ 312344 h 489095"/>
                  <a:gd name="connsiteX5" fmla="*/ 247433 w 392859"/>
                  <a:gd name="connsiteY5" fmla="*/ 321500 h 489095"/>
                  <a:gd name="connsiteX6" fmla="*/ 108811 w 392859"/>
                  <a:gd name="connsiteY6" fmla="*/ 223322 h 489095"/>
                  <a:gd name="connsiteX7" fmla="*/ 102981 w 392859"/>
                  <a:gd name="connsiteY7" fmla="*/ 192468 h 489095"/>
                  <a:gd name="connsiteX8" fmla="*/ 102981 w 392859"/>
                  <a:gd name="connsiteY8" fmla="*/ 489095 h 489095"/>
                  <a:gd name="connsiteX9" fmla="*/ 0 w 392859"/>
                  <a:gd name="connsiteY9" fmla="*/ 489095 h 489095"/>
                  <a:gd name="connsiteX10" fmla="*/ 0 w 392859"/>
                  <a:gd name="connsiteY10" fmla="*/ 21954 h 489095"/>
                  <a:gd name="connsiteX11" fmla="*/ 102981 w 392859"/>
                  <a:gd name="connsiteY11" fmla="*/ 21954 h 489095"/>
                  <a:gd name="connsiteX12" fmla="*/ 102981 w 392859"/>
                  <a:gd name="connsiteY12" fmla="*/ 129033 h 489095"/>
                  <a:gd name="connsiteX13" fmla="*/ 108811 w 392859"/>
                  <a:gd name="connsiteY13" fmla="*/ 98179 h 489095"/>
                  <a:gd name="connsiteX14" fmla="*/ 247433 w 392859"/>
                  <a:gd name="connsiteY14" fmla="*/ 0 h 489095"/>
                  <a:gd name="connsiteX0" fmla="*/ 247433 w 392859"/>
                  <a:gd name="connsiteY0" fmla="*/ 0 h 489095"/>
                  <a:gd name="connsiteX1" fmla="*/ 392859 w 392859"/>
                  <a:gd name="connsiteY1" fmla="*/ 187313 h 489095"/>
                  <a:gd name="connsiteX2" fmla="*/ 392859 w 392859"/>
                  <a:gd name="connsiteY2" fmla="*/ 489095 h 489095"/>
                  <a:gd name="connsiteX3" fmla="*/ 289878 w 392859"/>
                  <a:gd name="connsiteY3" fmla="*/ 489095 h 489095"/>
                  <a:gd name="connsiteX4" fmla="*/ 289878 w 392859"/>
                  <a:gd name="connsiteY4" fmla="*/ 312344 h 489095"/>
                  <a:gd name="connsiteX5" fmla="*/ 247433 w 392859"/>
                  <a:gd name="connsiteY5" fmla="*/ 321500 h 489095"/>
                  <a:gd name="connsiteX6" fmla="*/ 108811 w 392859"/>
                  <a:gd name="connsiteY6" fmla="*/ 223322 h 489095"/>
                  <a:gd name="connsiteX7" fmla="*/ 102981 w 392859"/>
                  <a:gd name="connsiteY7" fmla="*/ 192468 h 489095"/>
                  <a:gd name="connsiteX8" fmla="*/ 102981 w 392859"/>
                  <a:gd name="connsiteY8" fmla="*/ 489095 h 489095"/>
                  <a:gd name="connsiteX9" fmla="*/ 0 w 392859"/>
                  <a:gd name="connsiteY9" fmla="*/ 489095 h 489095"/>
                  <a:gd name="connsiteX10" fmla="*/ 0 w 392859"/>
                  <a:gd name="connsiteY10" fmla="*/ 21954 h 489095"/>
                  <a:gd name="connsiteX11" fmla="*/ 102981 w 392859"/>
                  <a:gd name="connsiteY11" fmla="*/ 21954 h 489095"/>
                  <a:gd name="connsiteX12" fmla="*/ 102981 w 392859"/>
                  <a:gd name="connsiteY12" fmla="*/ 129033 h 489095"/>
                  <a:gd name="connsiteX13" fmla="*/ 108811 w 392859"/>
                  <a:gd name="connsiteY13" fmla="*/ 98179 h 489095"/>
                  <a:gd name="connsiteX14" fmla="*/ 247433 w 392859"/>
                  <a:gd name="connsiteY14" fmla="*/ 0 h 489095"/>
                  <a:gd name="connsiteX0" fmla="*/ 247433 w 392859"/>
                  <a:gd name="connsiteY0" fmla="*/ 0 h 489095"/>
                  <a:gd name="connsiteX1" fmla="*/ 392859 w 392859"/>
                  <a:gd name="connsiteY1" fmla="*/ 187313 h 489095"/>
                  <a:gd name="connsiteX2" fmla="*/ 392859 w 392859"/>
                  <a:gd name="connsiteY2" fmla="*/ 489095 h 489095"/>
                  <a:gd name="connsiteX3" fmla="*/ 289878 w 392859"/>
                  <a:gd name="connsiteY3" fmla="*/ 489095 h 489095"/>
                  <a:gd name="connsiteX4" fmla="*/ 289878 w 392859"/>
                  <a:gd name="connsiteY4" fmla="*/ 312344 h 489095"/>
                  <a:gd name="connsiteX5" fmla="*/ 247433 w 392859"/>
                  <a:gd name="connsiteY5" fmla="*/ 321500 h 489095"/>
                  <a:gd name="connsiteX6" fmla="*/ 108811 w 392859"/>
                  <a:gd name="connsiteY6" fmla="*/ 223322 h 489095"/>
                  <a:gd name="connsiteX7" fmla="*/ 102981 w 392859"/>
                  <a:gd name="connsiteY7" fmla="*/ 192468 h 489095"/>
                  <a:gd name="connsiteX8" fmla="*/ 102981 w 392859"/>
                  <a:gd name="connsiteY8" fmla="*/ 489095 h 489095"/>
                  <a:gd name="connsiteX9" fmla="*/ 0 w 392859"/>
                  <a:gd name="connsiteY9" fmla="*/ 489095 h 489095"/>
                  <a:gd name="connsiteX10" fmla="*/ 0 w 392859"/>
                  <a:gd name="connsiteY10" fmla="*/ 21954 h 489095"/>
                  <a:gd name="connsiteX11" fmla="*/ 102981 w 392859"/>
                  <a:gd name="connsiteY11" fmla="*/ 21954 h 489095"/>
                  <a:gd name="connsiteX12" fmla="*/ 102981 w 392859"/>
                  <a:gd name="connsiteY12" fmla="*/ 129033 h 489095"/>
                  <a:gd name="connsiteX13" fmla="*/ 108811 w 392859"/>
                  <a:gd name="connsiteY13" fmla="*/ 98179 h 489095"/>
                  <a:gd name="connsiteX14" fmla="*/ 247433 w 392859"/>
                  <a:gd name="connsiteY14" fmla="*/ 0 h 489095"/>
                  <a:gd name="connsiteX0" fmla="*/ 247433 w 392859"/>
                  <a:gd name="connsiteY0" fmla="*/ 0 h 489095"/>
                  <a:gd name="connsiteX1" fmla="*/ 392859 w 392859"/>
                  <a:gd name="connsiteY1" fmla="*/ 187313 h 489095"/>
                  <a:gd name="connsiteX2" fmla="*/ 392763 w 392859"/>
                  <a:gd name="connsiteY2" fmla="*/ 222961 h 489095"/>
                  <a:gd name="connsiteX3" fmla="*/ 392859 w 392859"/>
                  <a:gd name="connsiteY3" fmla="*/ 489095 h 489095"/>
                  <a:gd name="connsiteX4" fmla="*/ 289878 w 392859"/>
                  <a:gd name="connsiteY4" fmla="*/ 489095 h 489095"/>
                  <a:gd name="connsiteX5" fmla="*/ 289878 w 392859"/>
                  <a:gd name="connsiteY5" fmla="*/ 312344 h 489095"/>
                  <a:gd name="connsiteX6" fmla="*/ 247433 w 392859"/>
                  <a:gd name="connsiteY6" fmla="*/ 321500 h 489095"/>
                  <a:gd name="connsiteX7" fmla="*/ 108811 w 392859"/>
                  <a:gd name="connsiteY7" fmla="*/ 223322 h 489095"/>
                  <a:gd name="connsiteX8" fmla="*/ 102981 w 392859"/>
                  <a:gd name="connsiteY8" fmla="*/ 192468 h 489095"/>
                  <a:gd name="connsiteX9" fmla="*/ 102981 w 392859"/>
                  <a:gd name="connsiteY9" fmla="*/ 489095 h 489095"/>
                  <a:gd name="connsiteX10" fmla="*/ 0 w 392859"/>
                  <a:gd name="connsiteY10" fmla="*/ 489095 h 489095"/>
                  <a:gd name="connsiteX11" fmla="*/ 0 w 392859"/>
                  <a:gd name="connsiteY11" fmla="*/ 21954 h 489095"/>
                  <a:gd name="connsiteX12" fmla="*/ 102981 w 392859"/>
                  <a:gd name="connsiteY12" fmla="*/ 21954 h 489095"/>
                  <a:gd name="connsiteX13" fmla="*/ 102981 w 392859"/>
                  <a:gd name="connsiteY13" fmla="*/ 129033 h 489095"/>
                  <a:gd name="connsiteX14" fmla="*/ 108811 w 392859"/>
                  <a:gd name="connsiteY14" fmla="*/ 98179 h 489095"/>
                  <a:gd name="connsiteX15" fmla="*/ 247433 w 392859"/>
                  <a:gd name="connsiteY15" fmla="*/ 0 h 489095"/>
                  <a:gd name="connsiteX0" fmla="*/ 247433 w 392859"/>
                  <a:gd name="connsiteY0" fmla="*/ 0 h 489095"/>
                  <a:gd name="connsiteX1" fmla="*/ 392859 w 392859"/>
                  <a:gd name="connsiteY1" fmla="*/ 187313 h 489095"/>
                  <a:gd name="connsiteX2" fmla="*/ 392763 w 392859"/>
                  <a:gd name="connsiteY2" fmla="*/ 222961 h 489095"/>
                  <a:gd name="connsiteX3" fmla="*/ 392859 w 392859"/>
                  <a:gd name="connsiteY3" fmla="*/ 489095 h 489095"/>
                  <a:gd name="connsiteX4" fmla="*/ 289878 w 392859"/>
                  <a:gd name="connsiteY4" fmla="*/ 489095 h 489095"/>
                  <a:gd name="connsiteX5" fmla="*/ 289878 w 392859"/>
                  <a:gd name="connsiteY5" fmla="*/ 312344 h 489095"/>
                  <a:gd name="connsiteX6" fmla="*/ 247433 w 392859"/>
                  <a:gd name="connsiteY6" fmla="*/ 321500 h 489095"/>
                  <a:gd name="connsiteX7" fmla="*/ 108811 w 392859"/>
                  <a:gd name="connsiteY7" fmla="*/ 223322 h 489095"/>
                  <a:gd name="connsiteX8" fmla="*/ 102981 w 392859"/>
                  <a:gd name="connsiteY8" fmla="*/ 192468 h 489095"/>
                  <a:gd name="connsiteX9" fmla="*/ 102981 w 392859"/>
                  <a:gd name="connsiteY9" fmla="*/ 489095 h 489095"/>
                  <a:gd name="connsiteX10" fmla="*/ 0 w 392859"/>
                  <a:gd name="connsiteY10" fmla="*/ 489095 h 489095"/>
                  <a:gd name="connsiteX11" fmla="*/ 0 w 392859"/>
                  <a:gd name="connsiteY11" fmla="*/ 21954 h 489095"/>
                  <a:gd name="connsiteX12" fmla="*/ 102981 w 392859"/>
                  <a:gd name="connsiteY12" fmla="*/ 21954 h 489095"/>
                  <a:gd name="connsiteX13" fmla="*/ 102981 w 392859"/>
                  <a:gd name="connsiteY13" fmla="*/ 129033 h 489095"/>
                  <a:gd name="connsiteX14" fmla="*/ 108811 w 392859"/>
                  <a:gd name="connsiteY14" fmla="*/ 98179 h 489095"/>
                  <a:gd name="connsiteX15" fmla="*/ 247433 w 392859"/>
                  <a:gd name="connsiteY15" fmla="*/ 0 h 489095"/>
                  <a:gd name="connsiteX0" fmla="*/ 247433 w 392859"/>
                  <a:gd name="connsiteY0" fmla="*/ 0 h 489095"/>
                  <a:gd name="connsiteX1" fmla="*/ 392859 w 392859"/>
                  <a:gd name="connsiteY1" fmla="*/ 187313 h 489095"/>
                  <a:gd name="connsiteX2" fmla="*/ 392763 w 392859"/>
                  <a:gd name="connsiteY2" fmla="*/ 222961 h 489095"/>
                  <a:gd name="connsiteX3" fmla="*/ 392859 w 392859"/>
                  <a:gd name="connsiteY3" fmla="*/ 489095 h 489095"/>
                  <a:gd name="connsiteX4" fmla="*/ 289878 w 392859"/>
                  <a:gd name="connsiteY4" fmla="*/ 489095 h 489095"/>
                  <a:gd name="connsiteX5" fmla="*/ 289878 w 392859"/>
                  <a:gd name="connsiteY5" fmla="*/ 312344 h 489095"/>
                  <a:gd name="connsiteX6" fmla="*/ 247433 w 392859"/>
                  <a:gd name="connsiteY6" fmla="*/ 321500 h 489095"/>
                  <a:gd name="connsiteX7" fmla="*/ 108811 w 392859"/>
                  <a:gd name="connsiteY7" fmla="*/ 223322 h 489095"/>
                  <a:gd name="connsiteX8" fmla="*/ 102981 w 392859"/>
                  <a:gd name="connsiteY8" fmla="*/ 192468 h 489095"/>
                  <a:gd name="connsiteX9" fmla="*/ 102981 w 392859"/>
                  <a:gd name="connsiteY9" fmla="*/ 489095 h 489095"/>
                  <a:gd name="connsiteX10" fmla="*/ 0 w 392859"/>
                  <a:gd name="connsiteY10" fmla="*/ 489095 h 489095"/>
                  <a:gd name="connsiteX11" fmla="*/ 0 w 392859"/>
                  <a:gd name="connsiteY11" fmla="*/ 21954 h 489095"/>
                  <a:gd name="connsiteX12" fmla="*/ 102981 w 392859"/>
                  <a:gd name="connsiteY12" fmla="*/ 21954 h 489095"/>
                  <a:gd name="connsiteX13" fmla="*/ 102981 w 392859"/>
                  <a:gd name="connsiteY13" fmla="*/ 129033 h 489095"/>
                  <a:gd name="connsiteX14" fmla="*/ 108811 w 392859"/>
                  <a:gd name="connsiteY14" fmla="*/ 98179 h 489095"/>
                  <a:gd name="connsiteX15" fmla="*/ 247433 w 392859"/>
                  <a:gd name="connsiteY15" fmla="*/ 0 h 489095"/>
                  <a:gd name="connsiteX0" fmla="*/ 247433 w 393899"/>
                  <a:gd name="connsiteY0" fmla="*/ 0 h 489095"/>
                  <a:gd name="connsiteX1" fmla="*/ 392859 w 393899"/>
                  <a:gd name="connsiteY1" fmla="*/ 187313 h 489095"/>
                  <a:gd name="connsiteX2" fmla="*/ 392763 w 393899"/>
                  <a:gd name="connsiteY2" fmla="*/ 222961 h 489095"/>
                  <a:gd name="connsiteX3" fmla="*/ 392859 w 393899"/>
                  <a:gd name="connsiteY3" fmla="*/ 489095 h 489095"/>
                  <a:gd name="connsiteX4" fmla="*/ 289878 w 393899"/>
                  <a:gd name="connsiteY4" fmla="*/ 489095 h 489095"/>
                  <a:gd name="connsiteX5" fmla="*/ 289878 w 393899"/>
                  <a:gd name="connsiteY5" fmla="*/ 312344 h 489095"/>
                  <a:gd name="connsiteX6" fmla="*/ 247433 w 393899"/>
                  <a:gd name="connsiteY6" fmla="*/ 321500 h 489095"/>
                  <a:gd name="connsiteX7" fmla="*/ 108811 w 393899"/>
                  <a:gd name="connsiteY7" fmla="*/ 223322 h 489095"/>
                  <a:gd name="connsiteX8" fmla="*/ 102981 w 393899"/>
                  <a:gd name="connsiteY8" fmla="*/ 192468 h 489095"/>
                  <a:gd name="connsiteX9" fmla="*/ 102981 w 393899"/>
                  <a:gd name="connsiteY9" fmla="*/ 489095 h 489095"/>
                  <a:gd name="connsiteX10" fmla="*/ 0 w 393899"/>
                  <a:gd name="connsiteY10" fmla="*/ 489095 h 489095"/>
                  <a:gd name="connsiteX11" fmla="*/ 0 w 393899"/>
                  <a:gd name="connsiteY11" fmla="*/ 21954 h 489095"/>
                  <a:gd name="connsiteX12" fmla="*/ 102981 w 393899"/>
                  <a:gd name="connsiteY12" fmla="*/ 21954 h 489095"/>
                  <a:gd name="connsiteX13" fmla="*/ 102981 w 393899"/>
                  <a:gd name="connsiteY13" fmla="*/ 129033 h 489095"/>
                  <a:gd name="connsiteX14" fmla="*/ 108811 w 393899"/>
                  <a:gd name="connsiteY14" fmla="*/ 98179 h 489095"/>
                  <a:gd name="connsiteX15" fmla="*/ 247433 w 393899"/>
                  <a:gd name="connsiteY15" fmla="*/ 0 h 489095"/>
                  <a:gd name="connsiteX0" fmla="*/ 247433 w 392859"/>
                  <a:gd name="connsiteY0" fmla="*/ 0 h 489095"/>
                  <a:gd name="connsiteX1" fmla="*/ 392859 w 392859"/>
                  <a:gd name="connsiteY1" fmla="*/ 187313 h 489095"/>
                  <a:gd name="connsiteX2" fmla="*/ 392763 w 392859"/>
                  <a:gd name="connsiteY2" fmla="*/ 222961 h 489095"/>
                  <a:gd name="connsiteX3" fmla="*/ 392859 w 392859"/>
                  <a:gd name="connsiteY3" fmla="*/ 489095 h 489095"/>
                  <a:gd name="connsiteX4" fmla="*/ 289878 w 392859"/>
                  <a:gd name="connsiteY4" fmla="*/ 489095 h 489095"/>
                  <a:gd name="connsiteX5" fmla="*/ 289878 w 392859"/>
                  <a:gd name="connsiteY5" fmla="*/ 312344 h 489095"/>
                  <a:gd name="connsiteX6" fmla="*/ 247433 w 392859"/>
                  <a:gd name="connsiteY6" fmla="*/ 321500 h 489095"/>
                  <a:gd name="connsiteX7" fmla="*/ 108811 w 392859"/>
                  <a:gd name="connsiteY7" fmla="*/ 223322 h 489095"/>
                  <a:gd name="connsiteX8" fmla="*/ 102981 w 392859"/>
                  <a:gd name="connsiteY8" fmla="*/ 192468 h 489095"/>
                  <a:gd name="connsiteX9" fmla="*/ 102981 w 392859"/>
                  <a:gd name="connsiteY9" fmla="*/ 489095 h 489095"/>
                  <a:gd name="connsiteX10" fmla="*/ 0 w 392859"/>
                  <a:gd name="connsiteY10" fmla="*/ 489095 h 489095"/>
                  <a:gd name="connsiteX11" fmla="*/ 0 w 392859"/>
                  <a:gd name="connsiteY11" fmla="*/ 21954 h 489095"/>
                  <a:gd name="connsiteX12" fmla="*/ 102981 w 392859"/>
                  <a:gd name="connsiteY12" fmla="*/ 21954 h 489095"/>
                  <a:gd name="connsiteX13" fmla="*/ 102981 w 392859"/>
                  <a:gd name="connsiteY13" fmla="*/ 129033 h 489095"/>
                  <a:gd name="connsiteX14" fmla="*/ 108811 w 392859"/>
                  <a:gd name="connsiteY14" fmla="*/ 98179 h 489095"/>
                  <a:gd name="connsiteX15" fmla="*/ 247433 w 392859"/>
                  <a:gd name="connsiteY15"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47433 w 392900"/>
                  <a:gd name="connsiteY6" fmla="*/ 321500 h 489095"/>
                  <a:gd name="connsiteX7" fmla="*/ 108811 w 392900"/>
                  <a:gd name="connsiteY7" fmla="*/ 223322 h 489095"/>
                  <a:gd name="connsiteX8" fmla="*/ 102981 w 392900"/>
                  <a:gd name="connsiteY8" fmla="*/ 192468 h 489095"/>
                  <a:gd name="connsiteX9" fmla="*/ 102981 w 392900"/>
                  <a:gd name="connsiteY9" fmla="*/ 489095 h 489095"/>
                  <a:gd name="connsiteX10" fmla="*/ 0 w 392900"/>
                  <a:gd name="connsiteY10" fmla="*/ 489095 h 489095"/>
                  <a:gd name="connsiteX11" fmla="*/ 0 w 392900"/>
                  <a:gd name="connsiteY11" fmla="*/ 21954 h 489095"/>
                  <a:gd name="connsiteX12" fmla="*/ 102981 w 392900"/>
                  <a:gd name="connsiteY12" fmla="*/ 21954 h 489095"/>
                  <a:gd name="connsiteX13" fmla="*/ 102981 w 392900"/>
                  <a:gd name="connsiteY13" fmla="*/ 129033 h 489095"/>
                  <a:gd name="connsiteX14" fmla="*/ 108811 w 392900"/>
                  <a:gd name="connsiteY14" fmla="*/ 98179 h 489095"/>
                  <a:gd name="connsiteX15" fmla="*/ 247433 w 392900"/>
                  <a:gd name="connsiteY15"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8811 w 392900"/>
                  <a:gd name="connsiteY7" fmla="*/ 223322 h 489095"/>
                  <a:gd name="connsiteX8" fmla="*/ 102981 w 392900"/>
                  <a:gd name="connsiteY8" fmla="*/ 192468 h 489095"/>
                  <a:gd name="connsiteX9" fmla="*/ 102981 w 392900"/>
                  <a:gd name="connsiteY9" fmla="*/ 489095 h 489095"/>
                  <a:gd name="connsiteX10" fmla="*/ 0 w 392900"/>
                  <a:gd name="connsiteY10" fmla="*/ 489095 h 489095"/>
                  <a:gd name="connsiteX11" fmla="*/ 0 w 392900"/>
                  <a:gd name="connsiteY11" fmla="*/ 21954 h 489095"/>
                  <a:gd name="connsiteX12" fmla="*/ 102981 w 392900"/>
                  <a:gd name="connsiteY12" fmla="*/ 21954 h 489095"/>
                  <a:gd name="connsiteX13" fmla="*/ 102981 w 392900"/>
                  <a:gd name="connsiteY13" fmla="*/ 129033 h 489095"/>
                  <a:gd name="connsiteX14" fmla="*/ 108811 w 392900"/>
                  <a:gd name="connsiteY14" fmla="*/ 98179 h 489095"/>
                  <a:gd name="connsiteX15" fmla="*/ 247433 w 392900"/>
                  <a:gd name="connsiteY15"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8811 w 392900"/>
                  <a:gd name="connsiteY7" fmla="*/ 223322 h 489095"/>
                  <a:gd name="connsiteX8" fmla="*/ 102981 w 392900"/>
                  <a:gd name="connsiteY8" fmla="*/ 192468 h 489095"/>
                  <a:gd name="connsiteX9" fmla="*/ 102981 w 392900"/>
                  <a:gd name="connsiteY9" fmla="*/ 489095 h 489095"/>
                  <a:gd name="connsiteX10" fmla="*/ 0 w 392900"/>
                  <a:gd name="connsiteY10" fmla="*/ 489095 h 489095"/>
                  <a:gd name="connsiteX11" fmla="*/ 0 w 392900"/>
                  <a:gd name="connsiteY11" fmla="*/ 21954 h 489095"/>
                  <a:gd name="connsiteX12" fmla="*/ 102981 w 392900"/>
                  <a:gd name="connsiteY12" fmla="*/ 21954 h 489095"/>
                  <a:gd name="connsiteX13" fmla="*/ 102981 w 392900"/>
                  <a:gd name="connsiteY13" fmla="*/ 129033 h 489095"/>
                  <a:gd name="connsiteX14" fmla="*/ 108811 w 392900"/>
                  <a:gd name="connsiteY14" fmla="*/ 98179 h 489095"/>
                  <a:gd name="connsiteX15" fmla="*/ 247433 w 392900"/>
                  <a:gd name="connsiteY15"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2981 w 392900"/>
                  <a:gd name="connsiteY7" fmla="*/ 192468 h 489095"/>
                  <a:gd name="connsiteX8" fmla="*/ 102981 w 392900"/>
                  <a:gd name="connsiteY8" fmla="*/ 489095 h 489095"/>
                  <a:gd name="connsiteX9" fmla="*/ 0 w 392900"/>
                  <a:gd name="connsiteY9" fmla="*/ 489095 h 489095"/>
                  <a:gd name="connsiteX10" fmla="*/ 0 w 392900"/>
                  <a:gd name="connsiteY10" fmla="*/ 21954 h 489095"/>
                  <a:gd name="connsiteX11" fmla="*/ 102981 w 392900"/>
                  <a:gd name="connsiteY11" fmla="*/ 21954 h 489095"/>
                  <a:gd name="connsiteX12" fmla="*/ 102981 w 392900"/>
                  <a:gd name="connsiteY12" fmla="*/ 129033 h 489095"/>
                  <a:gd name="connsiteX13" fmla="*/ 108811 w 392900"/>
                  <a:gd name="connsiteY13" fmla="*/ 98179 h 489095"/>
                  <a:gd name="connsiteX14" fmla="*/ 247433 w 392900"/>
                  <a:gd name="connsiteY14"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2981 w 392900"/>
                  <a:gd name="connsiteY7" fmla="*/ 192468 h 489095"/>
                  <a:gd name="connsiteX8" fmla="*/ 102981 w 392900"/>
                  <a:gd name="connsiteY8" fmla="*/ 489095 h 489095"/>
                  <a:gd name="connsiteX9" fmla="*/ 0 w 392900"/>
                  <a:gd name="connsiteY9" fmla="*/ 489095 h 489095"/>
                  <a:gd name="connsiteX10" fmla="*/ 0 w 392900"/>
                  <a:gd name="connsiteY10" fmla="*/ 21954 h 489095"/>
                  <a:gd name="connsiteX11" fmla="*/ 102981 w 392900"/>
                  <a:gd name="connsiteY11" fmla="*/ 21954 h 489095"/>
                  <a:gd name="connsiteX12" fmla="*/ 102981 w 392900"/>
                  <a:gd name="connsiteY12" fmla="*/ 129033 h 489095"/>
                  <a:gd name="connsiteX13" fmla="*/ 108811 w 392900"/>
                  <a:gd name="connsiteY13" fmla="*/ 98179 h 489095"/>
                  <a:gd name="connsiteX14" fmla="*/ 247433 w 392900"/>
                  <a:gd name="connsiteY14"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2981 w 392900"/>
                  <a:gd name="connsiteY7" fmla="*/ 192468 h 489095"/>
                  <a:gd name="connsiteX8" fmla="*/ 102981 w 392900"/>
                  <a:gd name="connsiteY8" fmla="*/ 489095 h 489095"/>
                  <a:gd name="connsiteX9" fmla="*/ 0 w 392900"/>
                  <a:gd name="connsiteY9" fmla="*/ 489095 h 489095"/>
                  <a:gd name="connsiteX10" fmla="*/ 0 w 392900"/>
                  <a:gd name="connsiteY10" fmla="*/ 21954 h 489095"/>
                  <a:gd name="connsiteX11" fmla="*/ 102981 w 392900"/>
                  <a:gd name="connsiteY11" fmla="*/ 21954 h 489095"/>
                  <a:gd name="connsiteX12" fmla="*/ 102981 w 392900"/>
                  <a:gd name="connsiteY12" fmla="*/ 129033 h 489095"/>
                  <a:gd name="connsiteX13" fmla="*/ 247433 w 392900"/>
                  <a:gd name="connsiteY13"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2981 w 392900"/>
                  <a:gd name="connsiteY7" fmla="*/ 192468 h 489095"/>
                  <a:gd name="connsiteX8" fmla="*/ 102981 w 392900"/>
                  <a:gd name="connsiteY8" fmla="*/ 489095 h 489095"/>
                  <a:gd name="connsiteX9" fmla="*/ 0 w 392900"/>
                  <a:gd name="connsiteY9" fmla="*/ 489095 h 489095"/>
                  <a:gd name="connsiteX10" fmla="*/ 0 w 392900"/>
                  <a:gd name="connsiteY10" fmla="*/ 21954 h 489095"/>
                  <a:gd name="connsiteX11" fmla="*/ 102981 w 392900"/>
                  <a:gd name="connsiteY11" fmla="*/ 21954 h 489095"/>
                  <a:gd name="connsiteX12" fmla="*/ 102981 w 392900"/>
                  <a:gd name="connsiteY12" fmla="*/ 129033 h 489095"/>
                  <a:gd name="connsiteX13" fmla="*/ 247433 w 392900"/>
                  <a:gd name="connsiteY13" fmla="*/ 0 h 489095"/>
                  <a:gd name="connsiteX0" fmla="*/ 247433 w 392899"/>
                  <a:gd name="connsiteY0" fmla="*/ 0 h 489095"/>
                  <a:gd name="connsiteX1" fmla="*/ 392859 w 392899"/>
                  <a:gd name="connsiteY1" fmla="*/ 187313 h 489095"/>
                  <a:gd name="connsiteX2" fmla="*/ 392763 w 392899"/>
                  <a:gd name="connsiteY2" fmla="*/ 222961 h 489095"/>
                  <a:gd name="connsiteX3" fmla="*/ 392859 w 392899"/>
                  <a:gd name="connsiteY3" fmla="*/ 489095 h 489095"/>
                  <a:gd name="connsiteX4" fmla="*/ 289878 w 392899"/>
                  <a:gd name="connsiteY4" fmla="*/ 489095 h 489095"/>
                  <a:gd name="connsiteX5" fmla="*/ 289878 w 392899"/>
                  <a:gd name="connsiteY5" fmla="*/ 312344 h 489095"/>
                  <a:gd name="connsiteX6" fmla="*/ 290295 w 392899"/>
                  <a:gd name="connsiteY6" fmla="*/ 116713 h 489095"/>
                  <a:gd name="connsiteX7" fmla="*/ 102981 w 392899"/>
                  <a:gd name="connsiteY7" fmla="*/ 192468 h 489095"/>
                  <a:gd name="connsiteX8" fmla="*/ 102981 w 392899"/>
                  <a:gd name="connsiteY8" fmla="*/ 489095 h 489095"/>
                  <a:gd name="connsiteX9" fmla="*/ 0 w 392899"/>
                  <a:gd name="connsiteY9" fmla="*/ 489095 h 489095"/>
                  <a:gd name="connsiteX10" fmla="*/ 0 w 392899"/>
                  <a:gd name="connsiteY10" fmla="*/ 21954 h 489095"/>
                  <a:gd name="connsiteX11" fmla="*/ 102981 w 392899"/>
                  <a:gd name="connsiteY11" fmla="*/ 21954 h 489095"/>
                  <a:gd name="connsiteX12" fmla="*/ 102981 w 392899"/>
                  <a:gd name="connsiteY12" fmla="*/ 129033 h 489095"/>
                  <a:gd name="connsiteX13" fmla="*/ 247433 w 392899"/>
                  <a:gd name="connsiteY13" fmla="*/ 0 h 489095"/>
                  <a:gd name="connsiteX0" fmla="*/ 247433 w 392899"/>
                  <a:gd name="connsiteY0" fmla="*/ 158 h 489253"/>
                  <a:gd name="connsiteX1" fmla="*/ 392859 w 392899"/>
                  <a:gd name="connsiteY1" fmla="*/ 187471 h 489253"/>
                  <a:gd name="connsiteX2" fmla="*/ 392763 w 392899"/>
                  <a:gd name="connsiteY2" fmla="*/ 223119 h 489253"/>
                  <a:gd name="connsiteX3" fmla="*/ 392859 w 392899"/>
                  <a:gd name="connsiteY3" fmla="*/ 489253 h 489253"/>
                  <a:gd name="connsiteX4" fmla="*/ 289878 w 392899"/>
                  <a:gd name="connsiteY4" fmla="*/ 489253 h 489253"/>
                  <a:gd name="connsiteX5" fmla="*/ 289878 w 392899"/>
                  <a:gd name="connsiteY5" fmla="*/ 312502 h 489253"/>
                  <a:gd name="connsiteX6" fmla="*/ 290295 w 392899"/>
                  <a:gd name="connsiteY6" fmla="*/ 116871 h 489253"/>
                  <a:gd name="connsiteX7" fmla="*/ 102981 w 392899"/>
                  <a:gd name="connsiteY7" fmla="*/ 192626 h 489253"/>
                  <a:gd name="connsiteX8" fmla="*/ 102981 w 392899"/>
                  <a:gd name="connsiteY8" fmla="*/ 489253 h 489253"/>
                  <a:gd name="connsiteX9" fmla="*/ 0 w 392899"/>
                  <a:gd name="connsiteY9" fmla="*/ 489253 h 489253"/>
                  <a:gd name="connsiteX10" fmla="*/ 0 w 392899"/>
                  <a:gd name="connsiteY10" fmla="*/ 22112 h 489253"/>
                  <a:gd name="connsiteX11" fmla="*/ 102981 w 392899"/>
                  <a:gd name="connsiteY11" fmla="*/ 22112 h 489253"/>
                  <a:gd name="connsiteX12" fmla="*/ 102981 w 392899"/>
                  <a:gd name="connsiteY12" fmla="*/ 129191 h 489253"/>
                  <a:gd name="connsiteX13" fmla="*/ 247433 w 392899"/>
                  <a:gd name="connsiteY13" fmla="*/ 158 h 489253"/>
                  <a:gd name="connsiteX0" fmla="*/ 247433 w 392916"/>
                  <a:gd name="connsiteY0" fmla="*/ 1872 h 490967"/>
                  <a:gd name="connsiteX1" fmla="*/ 392859 w 392916"/>
                  <a:gd name="connsiteY1" fmla="*/ 189185 h 490967"/>
                  <a:gd name="connsiteX2" fmla="*/ 392763 w 392916"/>
                  <a:gd name="connsiteY2" fmla="*/ 224833 h 490967"/>
                  <a:gd name="connsiteX3" fmla="*/ 392859 w 392916"/>
                  <a:gd name="connsiteY3" fmla="*/ 490967 h 490967"/>
                  <a:gd name="connsiteX4" fmla="*/ 289878 w 392916"/>
                  <a:gd name="connsiteY4" fmla="*/ 490967 h 490967"/>
                  <a:gd name="connsiteX5" fmla="*/ 289878 w 392916"/>
                  <a:gd name="connsiteY5" fmla="*/ 314216 h 490967"/>
                  <a:gd name="connsiteX6" fmla="*/ 290295 w 392916"/>
                  <a:gd name="connsiteY6" fmla="*/ 118585 h 490967"/>
                  <a:gd name="connsiteX7" fmla="*/ 102981 w 392916"/>
                  <a:gd name="connsiteY7" fmla="*/ 194340 h 490967"/>
                  <a:gd name="connsiteX8" fmla="*/ 102981 w 392916"/>
                  <a:gd name="connsiteY8" fmla="*/ 490967 h 490967"/>
                  <a:gd name="connsiteX9" fmla="*/ 0 w 392916"/>
                  <a:gd name="connsiteY9" fmla="*/ 490967 h 490967"/>
                  <a:gd name="connsiteX10" fmla="*/ 0 w 392916"/>
                  <a:gd name="connsiteY10" fmla="*/ 23826 h 490967"/>
                  <a:gd name="connsiteX11" fmla="*/ 102981 w 392916"/>
                  <a:gd name="connsiteY11" fmla="*/ 23826 h 490967"/>
                  <a:gd name="connsiteX12" fmla="*/ 102981 w 392916"/>
                  <a:gd name="connsiteY12" fmla="*/ 130905 h 490967"/>
                  <a:gd name="connsiteX13" fmla="*/ 247433 w 392916"/>
                  <a:gd name="connsiteY13" fmla="*/ 1872 h 490967"/>
                  <a:gd name="connsiteX0" fmla="*/ 247433 w 392898"/>
                  <a:gd name="connsiteY0" fmla="*/ 1018 h 490113"/>
                  <a:gd name="connsiteX1" fmla="*/ 392859 w 392898"/>
                  <a:gd name="connsiteY1" fmla="*/ 188331 h 490113"/>
                  <a:gd name="connsiteX2" fmla="*/ 392763 w 392898"/>
                  <a:gd name="connsiteY2" fmla="*/ 223979 h 490113"/>
                  <a:gd name="connsiteX3" fmla="*/ 392859 w 392898"/>
                  <a:gd name="connsiteY3" fmla="*/ 490113 h 490113"/>
                  <a:gd name="connsiteX4" fmla="*/ 289878 w 392898"/>
                  <a:gd name="connsiteY4" fmla="*/ 490113 h 490113"/>
                  <a:gd name="connsiteX5" fmla="*/ 289878 w 392898"/>
                  <a:gd name="connsiteY5" fmla="*/ 313362 h 490113"/>
                  <a:gd name="connsiteX6" fmla="*/ 290295 w 392898"/>
                  <a:gd name="connsiteY6" fmla="*/ 117731 h 490113"/>
                  <a:gd name="connsiteX7" fmla="*/ 102981 w 392898"/>
                  <a:gd name="connsiteY7" fmla="*/ 193486 h 490113"/>
                  <a:gd name="connsiteX8" fmla="*/ 102981 w 392898"/>
                  <a:gd name="connsiteY8" fmla="*/ 490113 h 490113"/>
                  <a:gd name="connsiteX9" fmla="*/ 0 w 392898"/>
                  <a:gd name="connsiteY9" fmla="*/ 490113 h 490113"/>
                  <a:gd name="connsiteX10" fmla="*/ 0 w 392898"/>
                  <a:gd name="connsiteY10" fmla="*/ 22972 h 490113"/>
                  <a:gd name="connsiteX11" fmla="*/ 102981 w 392898"/>
                  <a:gd name="connsiteY11" fmla="*/ 22972 h 490113"/>
                  <a:gd name="connsiteX12" fmla="*/ 102981 w 392898"/>
                  <a:gd name="connsiteY12" fmla="*/ 130051 h 490113"/>
                  <a:gd name="connsiteX13" fmla="*/ 247433 w 392898"/>
                  <a:gd name="connsiteY13" fmla="*/ 1018 h 490113"/>
                  <a:gd name="connsiteX0" fmla="*/ 247433 w 392898"/>
                  <a:gd name="connsiteY0" fmla="*/ 1018 h 490113"/>
                  <a:gd name="connsiteX1" fmla="*/ 392859 w 392898"/>
                  <a:gd name="connsiteY1" fmla="*/ 188331 h 490113"/>
                  <a:gd name="connsiteX2" fmla="*/ 392763 w 392898"/>
                  <a:gd name="connsiteY2" fmla="*/ 223979 h 490113"/>
                  <a:gd name="connsiteX3" fmla="*/ 392859 w 392898"/>
                  <a:gd name="connsiteY3" fmla="*/ 490113 h 490113"/>
                  <a:gd name="connsiteX4" fmla="*/ 289878 w 392898"/>
                  <a:gd name="connsiteY4" fmla="*/ 490113 h 490113"/>
                  <a:gd name="connsiteX5" fmla="*/ 289878 w 392898"/>
                  <a:gd name="connsiteY5" fmla="*/ 313362 h 490113"/>
                  <a:gd name="connsiteX6" fmla="*/ 290295 w 392898"/>
                  <a:gd name="connsiteY6" fmla="*/ 117731 h 490113"/>
                  <a:gd name="connsiteX7" fmla="*/ 102981 w 392898"/>
                  <a:gd name="connsiteY7" fmla="*/ 193486 h 490113"/>
                  <a:gd name="connsiteX8" fmla="*/ 102981 w 392898"/>
                  <a:gd name="connsiteY8" fmla="*/ 490113 h 490113"/>
                  <a:gd name="connsiteX9" fmla="*/ 0 w 392898"/>
                  <a:gd name="connsiteY9" fmla="*/ 490113 h 490113"/>
                  <a:gd name="connsiteX10" fmla="*/ 0 w 392898"/>
                  <a:gd name="connsiteY10" fmla="*/ 22972 h 490113"/>
                  <a:gd name="connsiteX11" fmla="*/ 102981 w 392898"/>
                  <a:gd name="connsiteY11" fmla="*/ 22972 h 490113"/>
                  <a:gd name="connsiteX12" fmla="*/ 102981 w 392898"/>
                  <a:gd name="connsiteY12" fmla="*/ 130051 h 490113"/>
                  <a:gd name="connsiteX13" fmla="*/ 247433 w 392898"/>
                  <a:gd name="connsiteY13" fmla="*/ 1018 h 490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2898" h="490113">
                    <a:moveTo>
                      <a:pt x="247433" y="1018"/>
                    </a:moveTo>
                    <a:cubicBezTo>
                      <a:pt x="290011" y="-795"/>
                      <a:pt x="395241" y="-17060"/>
                      <a:pt x="392859" y="188331"/>
                    </a:cubicBezTo>
                    <a:cubicBezTo>
                      <a:pt x="392631" y="207962"/>
                      <a:pt x="392795" y="212096"/>
                      <a:pt x="392763" y="223979"/>
                    </a:cubicBezTo>
                    <a:cubicBezTo>
                      <a:pt x="392795" y="312690"/>
                      <a:pt x="392827" y="401402"/>
                      <a:pt x="392859" y="490113"/>
                    </a:cubicBezTo>
                    <a:lnTo>
                      <a:pt x="289878" y="490113"/>
                    </a:lnTo>
                    <a:lnTo>
                      <a:pt x="289878" y="313362"/>
                    </a:lnTo>
                    <a:lnTo>
                      <a:pt x="290295" y="117731"/>
                    </a:lnTo>
                    <a:cubicBezTo>
                      <a:pt x="199614" y="47745"/>
                      <a:pt x="134200" y="131422"/>
                      <a:pt x="102981" y="193486"/>
                    </a:cubicBezTo>
                    <a:lnTo>
                      <a:pt x="102981" y="490113"/>
                    </a:lnTo>
                    <a:lnTo>
                      <a:pt x="0" y="490113"/>
                    </a:lnTo>
                    <a:lnTo>
                      <a:pt x="0" y="22972"/>
                    </a:lnTo>
                    <a:lnTo>
                      <a:pt x="102981" y="22972"/>
                    </a:lnTo>
                    <a:lnTo>
                      <a:pt x="102981" y="130051"/>
                    </a:lnTo>
                    <a:cubicBezTo>
                      <a:pt x="127056" y="40667"/>
                      <a:pt x="204855" y="2831"/>
                      <a:pt x="247433" y="10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22" name="Freeform 17">
                <a:extLst>
                  <a:ext uri="{FF2B5EF4-FFF2-40B4-BE49-F238E27FC236}">
                    <a16:creationId xmlns:a16="http://schemas.microsoft.com/office/drawing/2014/main" id="{926E710E-4DEC-49F4-AE89-2E975A492C40}"/>
                  </a:ext>
                </a:extLst>
              </p:cNvPr>
              <p:cNvSpPr/>
              <p:nvPr userDrawn="1"/>
            </p:nvSpPr>
            <p:spPr>
              <a:xfrm>
                <a:off x="4815307" y="-692683"/>
                <a:ext cx="449162" cy="510331"/>
              </a:xfrm>
              <a:custGeom>
                <a:avLst/>
                <a:gdLst>
                  <a:gd name="connsiteX0" fmla="*/ 220763 w 444983"/>
                  <a:gd name="connsiteY0" fmla="*/ 257291 h 511033"/>
                  <a:gd name="connsiteX1" fmla="*/ 114765 w 444983"/>
                  <a:gd name="connsiteY1" fmla="*/ 350885 h 511033"/>
                  <a:gd name="connsiteX2" fmla="*/ 114764 w 444983"/>
                  <a:gd name="connsiteY2" fmla="*/ 350885 h 511033"/>
                  <a:gd name="connsiteX3" fmla="*/ 220762 w 444983"/>
                  <a:gd name="connsiteY3" fmla="*/ 444479 h 511033"/>
                  <a:gd name="connsiteX4" fmla="*/ 326760 w 444983"/>
                  <a:gd name="connsiteY4" fmla="*/ 350885 h 511033"/>
                  <a:gd name="connsiteX5" fmla="*/ 326760 w 444983"/>
                  <a:gd name="connsiteY5" fmla="*/ 257291 h 511033"/>
                  <a:gd name="connsiteX6" fmla="*/ 202840 w 444983"/>
                  <a:gd name="connsiteY6" fmla="*/ 2774 h 511033"/>
                  <a:gd name="connsiteX7" fmla="*/ 444077 w 444983"/>
                  <a:gd name="connsiteY7" fmla="*/ 89555 h 511033"/>
                  <a:gd name="connsiteX8" fmla="*/ 444983 w 444983"/>
                  <a:gd name="connsiteY8" fmla="*/ 503326 h 511033"/>
                  <a:gd name="connsiteX9" fmla="*/ 342002 w 444983"/>
                  <a:gd name="connsiteY9" fmla="*/ 503326 h 511033"/>
                  <a:gd name="connsiteX10" fmla="*/ 342002 w 444983"/>
                  <a:gd name="connsiteY10" fmla="*/ 360043 h 511033"/>
                  <a:gd name="connsiteX11" fmla="*/ 171001 w 444983"/>
                  <a:gd name="connsiteY11" fmla="*/ 511033 h 511033"/>
                  <a:gd name="connsiteX12" fmla="*/ 0 w 444983"/>
                  <a:gd name="connsiteY12" fmla="*/ 360043 h 511033"/>
                  <a:gd name="connsiteX13" fmla="*/ 1 w 444983"/>
                  <a:gd name="connsiteY13" fmla="*/ 360043 h 511033"/>
                  <a:gd name="connsiteX14" fmla="*/ 171002 w 444983"/>
                  <a:gd name="connsiteY14" fmla="*/ 209053 h 511033"/>
                  <a:gd name="connsiteX15" fmla="*/ 342002 w 444983"/>
                  <a:gd name="connsiteY15" fmla="*/ 209053 h 511033"/>
                  <a:gd name="connsiteX16" fmla="*/ 341683 w 444983"/>
                  <a:gd name="connsiteY16" fmla="*/ 134798 h 511033"/>
                  <a:gd name="connsiteX17" fmla="*/ 106258 w 444983"/>
                  <a:gd name="connsiteY17" fmla="*/ 161866 h 511033"/>
                  <a:gd name="connsiteX18" fmla="*/ 18739 w 444983"/>
                  <a:gd name="connsiteY18" fmla="*/ 145198 h 511033"/>
                  <a:gd name="connsiteX19" fmla="*/ 202840 w 444983"/>
                  <a:gd name="connsiteY19" fmla="*/ 2774 h 511033"/>
                  <a:gd name="connsiteX0" fmla="*/ 220763 w 444983"/>
                  <a:gd name="connsiteY0" fmla="*/ 256062 h 509804"/>
                  <a:gd name="connsiteX1" fmla="*/ 114765 w 444983"/>
                  <a:gd name="connsiteY1" fmla="*/ 349656 h 509804"/>
                  <a:gd name="connsiteX2" fmla="*/ 114764 w 444983"/>
                  <a:gd name="connsiteY2" fmla="*/ 349656 h 509804"/>
                  <a:gd name="connsiteX3" fmla="*/ 220762 w 444983"/>
                  <a:gd name="connsiteY3" fmla="*/ 443250 h 509804"/>
                  <a:gd name="connsiteX4" fmla="*/ 326760 w 444983"/>
                  <a:gd name="connsiteY4" fmla="*/ 349656 h 509804"/>
                  <a:gd name="connsiteX5" fmla="*/ 326760 w 444983"/>
                  <a:gd name="connsiteY5" fmla="*/ 256062 h 509804"/>
                  <a:gd name="connsiteX6" fmla="*/ 220763 w 444983"/>
                  <a:gd name="connsiteY6" fmla="*/ 256062 h 509804"/>
                  <a:gd name="connsiteX7" fmla="*/ 202840 w 444983"/>
                  <a:gd name="connsiteY7" fmla="*/ 1545 h 509804"/>
                  <a:gd name="connsiteX8" fmla="*/ 444077 w 444983"/>
                  <a:gd name="connsiteY8" fmla="*/ 88326 h 509804"/>
                  <a:gd name="connsiteX9" fmla="*/ 444983 w 444983"/>
                  <a:gd name="connsiteY9" fmla="*/ 502097 h 509804"/>
                  <a:gd name="connsiteX10" fmla="*/ 342002 w 444983"/>
                  <a:gd name="connsiteY10" fmla="*/ 502097 h 509804"/>
                  <a:gd name="connsiteX11" fmla="*/ 342002 w 444983"/>
                  <a:gd name="connsiteY11" fmla="*/ 358814 h 509804"/>
                  <a:gd name="connsiteX12" fmla="*/ 171001 w 444983"/>
                  <a:gd name="connsiteY12" fmla="*/ 509804 h 509804"/>
                  <a:gd name="connsiteX13" fmla="*/ 0 w 444983"/>
                  <a:gd name="connsiteY13" fmla="*/ 358814 h 509804"/>
                  <a:gd name="connsiteX14" fmla="*/ 1 w 444983"/>
                  <a:gd name="connsiteY14" fmla="*/ 358814 h 509804"/>
                  <a:gd name="connsiteX15" fmla="*/ 171002 w 444983"/>
                  <a:gd name="connsiteY15" fmla="*/ 207824 h 509804"/>
                  <a:gd name="connsiteX16" fmla="*/ 342002 w 444983"/>
                  <a:gd name="connsiteY16" fmla="*/ 207824 h 509804"/>
                  <a:gd name="connsiteX17" fmla="*/ 341683 w 444983"/>
                  <a:gd name="connsiteY17" fmla="*/ 133569 h 509804"/>
                  <a:gd name="connsiteX18" fmla="*/ 106258 w 444983"/>
                  <a:gd name="connsiteY18" fmla="*/ 160637 h 509804"/>
                  <a:gd name="connsiteX19" fmla="*/ 18739 w 444983"/>
                  <a:gd name="connsiteY19" fmla="*/ 143969 h 509804"/>
                  <a:gd name="connsiteX20" fmla="*/ 202840 w 444983"/>
                  <a:gd name="connsiteY20" fmla="*/ 1545 h 509804"/>
                  <a:gd name="connsiteX0" fmla="*/ 220763 w 444983"/>
                  <a:gd name="connsiteY0" fmla="*/ 255414 h 509156"/>
                  <a:gd name="connsiteX1" fmla="*/ 114765 w 444983"/>
                  <a:gd name="connsiteY1" fmla="*/ 349008 h 509156"/>
                  <a:gd name="connsiteX2" fmla="*/ 114764 w 444983"/>
                  <a:gd name="connsiteY2" fmla="*/ 349008 h 509156"/>
                  <a:gd name="connsiteX3" fmla="*/ 220762 w 444983"/>
                  <a:gd name="connsiteY3" fmla="*/ 442602 h 509156"/>
                  <a:gd name="connsiteX4" fmla="*/ 326760 w 444983"/>
                  <a:gd name="connsiteY4" fmla="*/ 349008 h 509156"/>
                  <a:gd name="connsiteX5" fmla="*/ 326760 w 444983"/>
                  <a:gd name="connsiteY5" fmla="*/ 255414 h 509156"/>
                  <a:gd name="connsiteX6" fmla="*/ 220763 w 444983"/>
                  <a:gd name="connsiteY6" fmla="*/ 255414 h 509156"/>
                  <a:gd name="connsiteX7" fmla="*/ 202840 w 444983"/>
                  <a:gd name="connsiteY7" fmla="*/ 897 h 509156"/>
                  <a:gd name="connsiteX8" fmla="*/ 444077 w 444983"/>
                  <a:gd name="connsiteY8" fmla="*/ 128206 h 509156"/>
                  <a:gd name="connsiteX9" fmla="*/ 444983 w 444983"/>
                  <a:gd name="connsiteY9" fmla="*/ 501449 h 509156"/>
                  <a:gd name="connsiteX10" fmla="*/ 342002 w 444983"/>
                  <a:gd name="connsiteY10" fmla="*/ 501449 h 509156"/>
                  <a:gd name="connsiteX11" fmla="*/ 342002 w 444983"/>
                  <a:gd name="connsiteY11" fmla="*/ 358166 h 509156"/>
                  <a:gd name="connsiteX12" fmla="*/ 171001 w 444983"/>
                  <a:gd name="connsiteY12" fmla="*/ 509156 h 509156"/>
                  <a:gd name="connsiteX13" fmla="*/ 0 w 444983"/>
                  <a:gd name="connsiteY13" fmla="*/ 358166 h 509156"/>
                  <a:gd name="connsiteX14" fmla="*/ 1 w 444983"/>
                  <a:gd name="connsiteY14" fmla="*/ 358166 h 509156"/>
                  <a:gd name="connsiteX15" fmla="*/ 171002 w 444983"/>
                  <a:gd name="connsiteY15" fmla="*/ 207176 h 509156"/>
                  <a:gd name="connsiteX16" fmla="*/ 342002 w 444983"/>
                  <a:gd name="connsiteY16" fmla="*/ 207176 h 509156"/>
                  <a:gd name="connsiteX17" fmla="*/ 341683 w 444983"/>
                  <a:gd name="connsiteY17" fmla="*/ 132921 h 509156"/>
                  <a:gd name="connsiteX18" fmla="*/ 106258 w 444983"/>
                  <a:gd name="connsiteY18" fmla="*/ 159989 h 509156"/>
                  <a:gd name="connsiteX19" fmla="*/ 18739 w 444983"/>
                  <a:gd name="connsiteY19" fmla="*/ 143321 h 509156"/>
                  <a:gd name="connsiteX20" fmla="*/ 202840 w 444983"/>
                  <a:gd name="connsiteY20" fmla="*/ 897 h 509156"/>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341683 w 444983"/>
                  <a:gd name="connsiteY17" fmla="*/ 133909 h 510144"/>
                  <a:gd name="connsiteX18" fmla="*/ 106258 w 444983"/>
                  <a:gd name="connsiteY18" fmla="*/ 160977 h 510144"/>
                  <a:gd name="connsiteX19" fmla="*/ 18739 w 444983"/>
                  <a:gd name="connsiteY19" fmla="*/ 144309 h 510144"/>
                  <a:gd name="connsiteX20" fmla="*/ 202840 w 444983"/>
                  <a:gd name="connsiteY20"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341683 w 444983"/>
                  <a:gd name="connsiteY17" fmla="*/ 133909 h 510144"/>
                  <a:gd name="connsiteX18" fmla="*/ 106258 w 444983"/>
                  <a:gd name="connsiteY18" fmla="*/ 171109 h 510144"/>
                  <a:gd name="connsiteX19" fmla="*/ 18739 w 444983"/>
                  <a:gd name="connsiteY19" fmla="*/ 144309 h 510144"/>
                  <a:gd name="connsiteX20" fmla="*/ 202840 w 444983"/>
                  <a:gd name="connsiteY20"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339150 w 444983"/>
                  <a:gd name="connsiteY17" fmla="*/ 146573 h 510144"/>
                  <a:gd name="connsiteX18" fmla="*/ 106258 w 444983"/>
                  <a:gd name="connsiteY18" fmla="*/ 171109 h 510144"/>
                  <a:gd name="connsiteX19" fmla="*/ 18739 w 444983"/>
                  <a:gd name="connsiteY19" fmla="*/ 144309 h 510144"/>
                  <a:gd name="connsiteX20" fmla="*/ 202840 w 444983"/>
                  <a:gd name="connsiteY20"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106258 w 444983"/>
                  <a:gd name="connsiteY17" fmla="*/ 171109 h 510144"/>
                  <a:gd name="connsiteX18" fmla="*/ 18739 w 444983"/>
                  <a:gd name="connsiteY18" fmla="*/ 144309 h 510144"/>
                  <a:gd name="connsiteX19" fmla="*/ 202840 w 444983"/>
                  <a:gd name="connsiteY19"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106258 w 444983"/>
                  <a:gd name="connsiteY17" fmla="*/ 171109 h 510144"/>
                  <a:gd name="connsiteX18" fmla="*/ 18739 w 444983"/>
                  <a:gd name="connsiteY18" fmla="*/ 144309 h 510144"/>
                  <a:gd name="connsiteX19" fmla="*/ 202840 w 444983"/>
                  <a:gd name="connsiteY19"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106258 w 444983"/>
                  <a:gd name="connsiteY17" fmla="*/ 171109 h 510144"/>
                  <a:gd name="connsiteX18" fmla="*/ 18739 w 444983"/>
                  <a:gd name="connsiteY18" fmla="*/ 144309 h 510144"/>
                  <a:gd name="connsiteX19" fmla="*/ 202840 w 444983"/>
                  <a:gd name="connsiteY19"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106258 w 444983"/>
                  <a:gd name="connsiteY17" fmla="*/ 171109 h 510144"/>
                  <a:gd name="connsiteX18" fmla="*/ 18739 w 444983"/>
                  <a:gd name="connsiteY18" fmla="*/ 144309 h 510144"/>
                  <a:gd name="connsiteX19" fmla="*/ 202840 w 444983"/>
                  <a:gd name="connsiteY19" fmla="*/ 1885 h 510144"/>
                  <a:gd name="connsiteX0" fmla="*/ 220763 w 444983"/>
                  <a:gd name="connsiteY0" fmla="*/ 256402 h 510144"/>
                  <a:gd name="connsiteX1" fmla="*/ 114765 w 444983"/>
                  <a:gd name="connsiteY1" fmla="*/ 349996 h 510144"/>
                  <a:gd name="connsiteX2" fmla="*/ 114764 w 444983"/>
                  <a:gd name="connsiteY2" fmla="*/ 349996 h 510144"/>
                  <a:gd name="connsiteX3" fmla="*/ 220762 w 444983"/>
                  <a:gd name="connsiteY3" fmla="*/ 443590 h 510144"/>
                  <a:gd name="connsiteX4" fmla="*/ 326760 w 444983"/>
                  <a:gd name="connsiteY4" fmla="*/ 349996 h 510144"/>
                  <a:gd name="connsiteX5" fmla="*/ 326760 w 444983"/>
                  <a:gd name="connsiteY5" fmla="*/ 256402 h 510144"/>
                  <a:gd name="connsiteX6" fmla="*/ 220763 w 444983"/>
                  <a:gd name="connsiteY6" fmla="*/ 256402 h 510144"/>
                  <a:gd name="connsiteX7" fmla="*/ 202840 w 444983"/>
                  <a:gd name="connsiteY7" fmla="*/ 1885 h 510144"/>
                  <a:gd name="connsiteX8" fmla="*/ 444077 w 444983"/>
                  <a:gd name="connsiteY8" fmla="*/ 129194 h 510144"/>
                  <a:gd name="connsiteX9" fmla="*/ 444983 w 444983"/>
                  <a:gd name="connsiteY9" fmla="*/ 502437 h 510144"/>
                  <a:gd name="connsiteX10" fmla="*/ 342002 w 444983"/>
                  <a:gd name="connsiteY10" fmla="*/ 502437 h 510144"/>
                  <a:gd name="connsiteX11" fmla="*/ 342002 w 444983"/>
                  <a:gd name="connsiteY11" fmla="*/ 359154 h 510144"/>
                  <a:gd name="connsiteX12" fmla="*/ 171001 w 444983"/>
                  <a:gd name="connsiteY12" fmla="*/ 510144 h 510144"/>
                  <a:gd name="connsiteX13" fmla="*/ 0 w 444983"/>
                  <a:gd name="connsiteY13" fmla="*/ 359154 h 510144"/>
                  <a:gd name="connsiteX14" fmla="*/ 1 w 444983"/>
                  <a:gd name="connsiteY14" fmla="*/ 359154 h 510144"/>
                  <a:gd name="connsiteX15" fmla="*/ 171002 w 444983"/>
                  <a:gd name="connsiteY15" fmla="*/ 208164 h 510144"/>
                  <a:gd name="connsiteX16" fmla="*/ 342002 w 444983"/>
                  <a:gd name="connsiteY16" fmla="*/ 208164 h 510144"/>
                  <a:gd name="connsiteX17" fmla="*/ 106258 w 444983"/>
                  <a:gd name="connsiteY17" fmla="*/ 171109 h 510144"/>
                  <a:gd name="connsiteX18" fmla="*/ 18739 w 444983"/>
                  <a:gd name="connsiteY18" fmla="*/ 144309 h 510144"/>
                  <a:gd name="connsiteX19" fmla="*/ 202840 w 444983"/>
                  <a:gd name="connsiteY19" fmla="*/ 1885 h 510144"/>
                  <a:gd name="connsiteX0" fmla="*/ 220763 w 449162"/>
                  <a:gd name="connsiteY0" fmla="*/ 255361 h 509103"/>
                  <a:gd name="connsiteX1" fmla="*/ 114765 w 449162"/>
                  <a:gd name="connsiteY1" fmla="*/ 348955 h 509103"/>
                  <a:gd name="connsiteX2" fmla="*/ 114764 w 449162"/>
                  <a:gd name="connsiteY2" fmla="*/ 348955 h 509103"/>
                  <a:gd name="connsiteX3" fmla="*/ 220762 w 449162"/>
                  <a:gd name="connsiteY3" fmla="*/ 442549 h 509103"/>
                  <a:gd name="connsiteX4" fmla="*/ 326760 w 449162"/>
                  <a:gd name="connsiteY4" fmla="*/ 348955 h 509103"/>
                  <a:gd name="connsiteX5" fmla="*/ 326760 w 449162"/>
                  <a:gd name="connsiteY5" fmla="*/ 255361 h 509103"/>
                  <a:gd name="connsiteX6" fmla="*/ 220763 w 449162"/>
                  <a:gd name="connsiteY6" fmla="*/ 255361 h 509103"/>
                  <a:gd name="connsiteX7" fmla="*/ 202840 w 449162"/>
                  <a:gd name="connsiteY7" fmla="*/ 844 h 509103"/>
                  <a:gd name="connsiteX8" fmla="*/ 449143 w 449162"/>
                  <a:gd name="connsiteY8" fmla="*/ 186411 h 509103"/>
                  <a:gd name="connsiteX9" fmla="*/ 444983 w 449162"/>
                  <a:gd name="connsiteY9" fmla="*/ 501396 h 509103"/>
                  <a:gd name="connsiteX10" fmla="*/ 342002 w 449162"/>
                  <a:gd name="connsiteY10" fmla="*/ 501396 h 509103"/>
                  <a:gd name="connsiteX11" fmla="*/ 342002 w 449162"/>
                  <a:gd name="connsiteY11" fmla="*/ 358113 h 509103"/>
                  <a:gd name="connsiteX12" fmla="*/ 171001 w 449162"/>
                  <a:gd name="connsiteY12" fmla="*/ 509103 h 509103"/>
                  <a:gd name="connsiteX13" fmla="*/ 0 w 449162"/>
                  <a:gd name="connsiteY13" fmla="*/ 358113 h 509103"/>
                  <a:gd name="connsiteX14" fmla="*/ 1 w 449162"/>
                  <a:gd name="connsiteY14" fmla="*/ 358113 h 509103"/>
                  <a:gd name="connsiteX15" fmla="*/ 171002 w 449162"/>
                  <a:gd name="connsiteY15" fmla="*/ 207123 h 509103"/>
                  <a:gd name="connsiteX16" fmla="*/ 342002 w 449162"/>
                  <a:gd name="connsiteY16" fmla="*/ 207123 h 509103"/>
                  <a:gd name="connsiteX17" fmla="*/ 106258 w 449162"/>
                  <a:gd name="connsiteY17" fmla="*/ 170068 h 509103"/>
                  <a:gd name="connsiteX18" fmla="*/ 18739 w 449162"/>
                  <a:gd name="connsiteY18" fmla="*/ 143268 h 509103"/>
                  <a:gd name="connsiteX19" fmla="*/ 202840 w 449162"/>
                  <a:gd name="connsiteY19" fmla="*/ 844 h 509103"/>
                  <a:gd name="connsiteX0" fmla="*/ 220763 w 449162"/>
                  <a:gd name="connsiteY0" fmla="*/ 255824 h 509566"/>
                  <a:gd name="connsiteX1" fmla="*/ 114765 w 449162"/>
                  <a:gd name="connsiteY1" fmla="*/ 349418 h 509566"/>
                  <a:gd name="connsiteX2" fmla="*/ 114764 w 449162"/>
                  <a:gd name="connsiteY2" fmla="*/ 349418 h 509566"/>
                  <a:gd name="connsiteX3" fmla="*/ 220762 w 449162"/>
                  <a:gd name="connsiteY3" fmla="*/ 443012 h 509566"/>
                  <a:gd name="connsiteX4" fmla="*/ 326760 w 449162"/>
                  <a:gd name="connsiteY4" fmla="*/ 349418 h 509566"/>
                  <a:gd name="connsiteX5" fmla="*/ 326760 w 449162"/>
                  <a:gd name="connsiteY5" fmla="*/ 255824 h 509566"/>
                  <a:gd name="connsiteX6" fmla="*/ 220763 w 449162"/>
                  <a:gd name="connsiteY6" fmla="*/ 255824 h 509566"/>
                  <a:gd name="connsiteX7" fmla="*/ 202840 w 449162"/>
                  <a:gd name="connsiteY7" fmla="*/ 1307 h 509566"/>
                  <a:gd name="connsiteX8" fmla="*/ 449143 w 449162"/>
                  <a:gd name="connsiteY8" fmla="*/ 186874 h 509566"/>
                  <a:gd name="connsiteX9" fmla="*/ 444983 w 449162"/>
                  <a:gd name="connsiteY9" fmla="*/ 501859 h 509566"/>
                  <a:gd name="connsiteX10" fmla="*/ 342002 w 449162"/>
                  <a:gd name="connsiteY10" fmla="*/ 501859 h 509566"/>
                  <a:gd name="connsiteX11" fmla="*/ 342002 w 449162"/>
                  <a:gd name="connsiteY11" fmla="*/ 358576 h 509566"/>
                  <a:gd name="connsiteX12" fmla="*/ 171001 w 449162"/>
                  <a:gd name="connsiteY12" fmla="*/ 509566 h 509566"/>
                  <a:gd name="connsiteX13" fmla="*/ 0 w 449162"/>
                  <a:gd name="connsiteY13" fmla="*/ 358576 h 509566"/>
                  <a:gd name="connsiteX14" fmla="*/ 1 w 449162"/>
                  <a:gd name="connsiteY14" fmla="*/ 358576 h 509566"/>
                  <a:gd name="connsiteX15" fmla="*/ 171002 w 449162"/>
                  <a:gd name="connsiteY15" fmla="*/ 207586 h 509566"/>
                  <a:gd name="connsiteX16" fmla="*/ 342002 w 449162"/>
                  <a:gd name="connsiteY16" fmla="*/ 207586 h 509566"/>
                  <a:gd name="connsiteX17" fmla="*/ 106258 w 449162"/>
                  <a:gd name="connsiteY17" fmla="*/ 170531 h 509566"/>
                  <a:gd name="connsiteX18" fmla="*/ 18739 w 449162"/>
                  <a:gd name="connsiteY18" fmla="*/ 143731 h 509566"/>
                  <a:gd name="connsiteX19" fmla="*/ 202840 w 449162"/>
                  <a:gd name="connsiteY19" fmla="*/ 1307 h 509566"/>
                  <a:gd name="connsiteX0" fmla="*/ 220763 w 449162"/>
                  <a:gd name="connsiteY0" fmla="*/ 256590 h 510332"/>
                  <a:gd name="connsiteX1" fmla="*/ 114765 w 449162"/>
                  <a:gd name="connsiteY1" fmla="*/ 350184 h 510332"/>
                  <a:gd name="connsiteX2" fmla="*/ 114764 w 449162"/>
                  <a:gd name="connsiteY2" fmla="*/ 350184 h 510332"/>
                  <a:gd name="connsiteX3" fmla="*/ 220762 w 449162"/>
                  <a:gd name="connsiteY3" fmla="*/ 443778 h 510332"/>
                  <a:gd name="connsiteX4" fmla="*/ 326760 w 449162"/>
                  <a:gd name="connsiteY4" fmla="*/ 350184 h 510332"/>
                  <a:gd name="connsiteX5" fmla="*/ 326760 w 449162"/>
                  <a:gd name="connsiteY5" fmla="*/ 256590 h 510332"/>
                  <a:gd name="connsiteX6" fmla="*/ 220763 w 449162"/>
                  <a:gd name="connsiteY6" fmla="*/ 256590 h 510332"/>
                  <a:gd name="connsiteX7" fmla="*/ 202840 w 449162"/>
                  <a:gd name="connsiteY7" fmla="*/ 2073 h 510332"/>
                  <a:gd name="connsiteX8" fmla="*/ 449143 w 449162"/>
                  <a:gd name="connsiteY8" fmla="*/ 187640 h 510332"/>
                  <a:gd name="connsiteX9" fmla="*/ 444983 w 449162"/>
                  <a:gd name="connsiteY9" fmla="*/ 502625 h 510332"/>
                  <a:gd name="connsiteX10" fmla="*/ 342002 w 449162"/>
                  <a:gd name="connsiteY10" fmla="*/ 502625 h 510332"/>
                  <a:gd name="connsiteX11" fmla="*/ 342002 w 449162"/>
                  <a:gd name="connsiteY11" fmla="*/ 359342 h 510332"/>
                  <a:gd name="connsiteX12" fmla="*/ 171001 w 449162"/>
                  <a:gd name="connsiteY12" fmla="*/ 510332 h 510332"/>
                  <a:gd name="connsiteX13" fmla="*/ 0 w 449162"/>
                  <a:gd name="connsiteY13" fmla="*/ 359342 h 510332"/>
                  <a:gd name="connsiteX14" fmla="*/ 1 w 449162"/>
                  <a:gd name="connsiteY14" fmla="*/ 359342 h 510332"/>
                  <a:gd name="connsiteX15" fmla="*/ 171002 w 449162"/>
                  <a:gd name="connsiteY15" fmla="*/ 208352 h 510332"/>
                  <a:gd name="connsiteX16" fmla="*/ 342002 w 449162"/>
                  <a:gd name="connsiteY16" fmla="*/ 208352 h 510332"/>
                  <a:gd name="connsiteX17" fmla="*/ 106258 w 449162"/>
                  <a:gd name="connsiteY17" fmla="*/ 171297 h 510332"/>
                  <a:gd name="connsiteX18" fmla="*/ 18739 w 449162"/>
                  <a:gd name="connsiteY18" fmla="*/ 144497 h 510332"/>
                  <a:gd name="connsiteX19" fmla="*/ 202840 w 449162"/>
                  <a:gd name="connsiteY19" fmla="*/ 2073 h 510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9162" h="510332">
                    <a:moveTo>
                      <a:pt x="220763" y="256590"/>
                    </a:moveTo>
                    <a:cubicBezTo>
                      <a:pt x="162222" y="256590"/>
                      <a:pt x="114765" y="298493"/>
                      <a:pt x="114765" y="350184"/>
                    </a:cubicBezTo>
                    <a:lnTo>
                      <a:pt x="114764" y="350184"/>
                    </a:lnTo>
                    <a:cubicBezTo>
                      <a:pt x="114764" y="401875"/>
                      <a:pt x="162221" y="443778"/>
                      <a:pt x="220762" y="443778"/>
                    </a:cubicBezTo>
                    <a:cubicBezTo>
                      <a:pt x="279303" y="443778"/>
                      <a:pt x="326760" y="401875"/>
                      <a:pt x="326760" y="350184"/>
                    </a:cubicBezTo>
                    <a:lnTo>
                      <a:pt x="326760" y="256590"/>
                    </a:lnTo>
                    <a:lnTo>
                      <a:pt x="220763" y="256590"/>
                    </a:lnTo>
                    <a:close/>
                    <a:moveTo>
                      <a:pt x="202840" y="2073"/>
                    </a:moveTo>
                    <a:cubicBezTo>
                      <a:pt x="268606" y="-8564"/>
                      <a:pt x="451358" y="17144"/>
                      <a:pt x="449143" y="187640"/>
                    </a:cubicBezTo>
                    <a:cubicBezTo>
                      <a:pt x="446928" y="358136"/>
                      <a:pt x="444681" y="373432"/>
                      <a:pt x="444983" y="502625"/>
                    </a:cubicBezTo>
                    <a:lnTo>
                      <a:pt x="342002" y="502625"/>
                    </a:lnTo>
                    <a:lnTo>
                      <a:pt x="342002" y="359342"/>
                    </a:lnTo>
                    <a:cubicBezTo>
                      <a:pt x="342002" y="442731"/>
                      <a:pt x="265442" y="510332"/>
                      <a:pt x="171001" y="510332"/>
                    </a:cubicBezTo>
                    <a:cubicBezTo>
                      <a:pt x="76560" y="510332"/>
                      <a:pt x="0" y="442731"/>
                      <a:pt x="0" y="359342"/>
                    </a:cubicBezTo>
                    <a:lnTo>
                      <a:pt x="1" y="359342"/>
                    </a:lnTo>
                    <a:cubicBezTo>
                      <a:pt x="1" y="275953"/>
                      <a:pt x="76561" y="208352"/>
                      <a:pt x="171002" y="208352"/>
                    </a:cubicBezTo>
                    <a:lnTo>
                      <a:pt x="342002" y="208352"/>
                    </a:lnTo>
                    <a:cubicBezTo>
                      <a:pt x="333744" y="27401"/>
                      <a:pt x="114541" y="90753"/>
                      <a:pt x="106258" y="171297"/>
                    </a:cubicBezTo>
                    <a:lnTo>
                      <a:pt x="18739" y="144497"/>
                    </a:lnTo>
                    <a:cubicBezTo>
                      <a:pt x="27139" y="117369"/>
                      <a:pt x="93230" y="19800"/>
                      <a:pt x="202840" y="207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sp>
            <p:nvSpPr>
              <p:cNvPr id="23" name="Freeform 18">
                <a:extLst>
                  <a:ext uri="{FF2B5EF4-FFF2-40B4-BE49-F238E27FC236}">
                    <a16:creationId xmlns:a16="http://schemas.microsoft.com/office/drawing/2014/main" id="{08D27264-8A16-4137-99CD-E5F2B2429A77}"/>
                  </a:ext>
                </a:extLst>
              </p:cNvPr>
              <p:cNvSpPr/>
              <p:nvPr userDrawn="1"/>
            </p:nvSpPr>
            <p:spPr>
              <a:xfrm>
                <a:off x="6290230" y="-682574"/>
                <a:ext cx="392898" cy="490113"/>
              </a:xfrm>
              <a:custGeom>
                <a:avLst/>
                <a:gdLst>
                  <a:gd name="connsiteX0" fmla="*/ 247433 w 397878"/>
                  <a:gd name="connsiteY0" fmla="*/ 0 h 489095"/>
                  <a:gd name="connsiteX1" fmla="*/ 305993 w 397878"/>
                  <a:gd name="connsiteY1" fmla="*/ 12632 h 489095"/>
                  <a:gd name="connsiteX2" fmla="*/ 318932 w 397878"/>
                  <a:gd name="connsiteY2" fmla="*/ 21954 h 489095"/>
                  <a:gd name="connsiteX3" fmla="*/ 392859 w 397878"/>
                  <a:gd name="connsiteY3" fmla="*/ 21954 h 489095"/>
                  <a:gd name="connsiteX4" fmla="*/ 392859 w 397878"/>
                  <a:gd name="connsiteY4" fmla="*/ 134188 h 489095"/>
                  <a:gd name="connsiteX5" fmla="*/ 397878 w 397878"/>
                  <a:gd name="connsiteY5" fmla="*/ 160750 h 489095"/>
                  <a:gd name="connsiteX6" fmla="*/ 392859 w 397878"/>
                  <a:gd name="connsiteY6" fmla="*/ 187313 h 489095"/>
                  <a:gd name="connsiteX7" fmla="*/ 392859 w 397878"/>
                  <a:gd name="connsiteY7" fmla="*/ 489095 h 489095"/>
                  <a:gd name="connsiteX8" fmla="*/ 289878 w 397878"/>
                  <a:gd name="connsiteY8" fmla="*/ 489095 h 489095"/>
                  <a:gd name="connsiteX9" fmla="*/ 289878 w 397878"/>
                  <a:gd name="connsiteY9" fmla="*/ 312344 h 489095"/>
                  <a:gd name="connsiteX10" fmla="*/ 247433 w 397878"/>
                  <a:gd name="connsiteY10" fmla="*/ 321500 h 489095"/>
                  <a:gd name="connsiteX11" fmla="*/ 108811 w 397878"/>
                  <a:gd name="connsiteY11" fmla="*/ 223322 h 489095"/>
                  <a:gd name="connsiteX12" fmla="*/ 102981 w 397878"/>
                  <a:gd name="connsiteY12" fmla="*/ 192468 h 489095"/>
                  <a:gd name="connsiteX13" fmla="*/ 102981 w 397878"/>
                  <a:gd name="connsiteY13" fmla="*/ 489095 h 489095"/>
                  <a:gd name="connsiteX14" fmla="*/ 0 w 397878"/>
                  <a:gd name="connsiteY14" fmla="*/ 489095 h 489095"/>
                  <a:gd name="connsiteX15" fmla="*/ 0 w 397878"/>
                  <a:gd name="connsiteY15" fmla="*/ 21954 h 489095"/>
                  <a:gd name="connsiteX16" fmla="*/ 102981 w 397878"/>
                  <a:gd name="connsiteY16" fmla="*/ 21954 h 489095"/>
                  <a:gd name="connsiteX17" fmla="*/ 102981 w 397878"/>
                  <a:gd name="connsiteY17" fmla="*/ 129033 h 489095"/>
                  <a:gd name="connsiteX18" fmla="*/ 108811 w 397878"/>
                  <a:gd name="connsiteY18" fmla="*/ 98179 h 489095"/>
                  <a:gd name="connsiteX19" fmla="*/ 247433 w 397878"/>
                  <a:gd name="connsiteY19" fmla="*/ 0 h 489095"/>
                  <a:gd name="connsiteX0" fmla="*/ 247433 w 397878"/>
                  <a:gd name="connsiteY0" fmla="*/ 0 h 489095"/>
                  <a:gd name="connsiteX1" fmla="*/ 305993 w 397878"/>
                  <a:gd name="connsiteY1" fmla="*/ 12632 h 489095"/>
                  <a:gd name="connsiteX2" fmla="*/ 392859 w 397878"/>
                  <a:gd name="connsiteY2" fmla="*/ 21954 h 489095"/>
                  <a:gd name="connsiteX3" fmla="*/ 392859 w 397878"/>
                  <a:gd name="connsiteY3" fmla="*/ 134188 h 489095"/>
                  <a:gd name="connsiteX4" fmla="*/ 397878 w 397878"/>
                  <a:gd name="connsiteY4" fmla="*/ 160750 h 489095"/>
                  <a:gd name="connsiteX5" fmla="*/ 392859 w 397878"/>
                  <a:gd name="connsiteY5" fmla="*/ 187313 h 489095"/>
                  <a:gd name="connsiteX6" fmla="*/ 392859 w 397878"/>
                  <a:gd name="connsiteY6" fmla="*/ 489095 h 489095"/>
                  <a:gd name="connsiteX7" fmla="*/ 289878 w 397878"/>
                  <a:gd name="connsiteY7" fmla="*/ 489095 h 489095"/>
                  <a:gd name="connsiteX8" fmla="*/ 289878 w 397878"/>
                  <a:gd name="connsiteY8" fmla="*/ 312344 h 489095"/>
                  <a:gd name="connsiteX9" fmla="*/ 247433 w 397878"/>
                  <a:gd name="connsiteY9" fmla="*/ 321500 h 489095"/>
                  <a:gd name="connsiteX10" fmla="*/ 108811 w 397878"/>
                  <a:gd name="connsiteY10" fmla="*/ 223322 h 489095"/>
                  <a:gd name="connsiteX11" fmla="*/ 102981 w 397878"/>
                  <a:gd name="connsiteY11" fmla="*/ 192468 h 489095"/>
                  <a:gd name="connsiteX12" fmla="*/ 102981 w 397878"/>
                  <a:gd name="connsiteY12" fmla="*/ 489095 h 489095"/>
                  <a:gd name="connsiteX13" fmla="*/ 0 w 397878"/>
                  <a:gd name="connsiteY13" fmla="*/ 489095 h 489095"/>
                  <a:gd name="connsiteX14" fmla="*/ 0 w 397878"/>
                  <a:gd name="connsiteY14" fmla="*/ 21954 h 489095"/>
                  <a:gd name="connsiteX15" fmla="*/ 102981 w 397878"/>
                  <a:gd name="connsiteY15" fmla="*/ 21954 h 489095"/>
                  <a:gd name="connsiteX16" fmla="*/ 102981 w 397878"/>
                  <a:gd name="connsiteY16" fmla="*/ 129033 h 489095"/>
                  <a:gd name="connsiteX17" fmla="*/ 108811 w 397878"/>
                  <a:gd name="connsiteY17" fmla="*/ 98179 h 489095"/>
                  <a:gd name="connsiteX18" fmla="*/ 247433 w 397878"/>
                  <a:gd name="connsiteY18" fmla="*/ 0 h 489095"/>
                  <a:gd name="connsiteX0" fmla="*/ 247433 w 397878"/>
                  <a:gd name="connsiteY0" fmla="*/ 5120 h 494215"/>
                  <a:gd name="connsiteX1" fmla="*/ 392859 w 397878"/>
                  <a:gd name="connsiteY1" fmla="*/ 27074 h 494215"/>
                  <a:gd name="connsiteX2" fmla="*/ 392859 w 397878"/>
                  <a:gd name="connsiteY2" fmla="*/ 139308 h 494215"/>
                  <a:gd name="connsiteX3" fmla="*/ 397878 w 397878"/>
                  <a:gd name="connsiteY3" fmla="*/ 165870 h 494215"/>
                  <a:gd name="connsiteX4" fmla="*/ 392859 w 397878"/>
                  <a:gd name="connsiteY4" fmla="*/ 192433 h 494215"/>
                  <a:gd name="connsiteX5" fmla="*/ 392859 w 397878"/>
                  <a:gd name="connsiteY5" fmla="*/ 494215 h 494215"/>
                  <a:gd name="connsiteX6" fmla="*/ 289878 w 397878"/>
                  <a:gd name="connsiteY6" fmla="*/ 494215 h 494215"/>
                  <a:gd name="connsiteX7" fmla="*/ 289878 w 397878"/>
                  <a:gd name="connsiteY7" fmla="*/ 317464 h 494215"/>
                  <a:gd name="connsiteX8" fmla="*/ 247433 w 397878"/>
                  <a:gd name="connsiteY8" fmla="*/ 326620 h 494215"/>
                  <a:gd name="connsiteX9" fmla="*/ 108811 w 397878"/>
                  <a:gd name="connsiteY9" fmla="*/ 228442 h 494215"/>
                  <a:gd name="connsiteX10" fmla="*/ 102981 w 397878"/>
                  <a:gd name="connsiteY10" fmla="*/ 197588 h 494215"/>
                  <a:gd name="connsiteX11" fmla="*/ 102981 w 397878"/>
                  <a:gd name="connsiteY11" fmla="*/ 494215 h 494215"/>
                  <a:gd name="connsiteX12" fmla="*/ 0 w 397878"/>
                  <a:gd name="connsiteY12" fmla="*/ 494215 h 494215"/>
                  <a:gd name="connsiteX13" fmla="*/ 0 w 397878"/>
                  <a:gd name="connsiteY13" fmla="*/ 27074 h 494215"/>
                  <a:gd name="connsiteX14" fmla="*/ 102981 w 397878"/>
                  <a:gd name="connsiteY14" fmla="*/ 27074 h 494215"/>
                  <a:gd name="connsiteX15" fmla="*/ 102981 w 397878"/>
                  <a:gd name="connsiteY15" fmla="*/ 134153 h 494215"/>
                  <a:gd name="connsiteX16" fmla="*/ 108811 w 397878"/>
                  <a:gd name="connsiteY16" fmla="*/ 103299 h 494215"/>
                  <a:gd name="connsiteX17" fmla="*/ 247433 w 397878"/>
                  <a:gd name="connsiteY17" fmla="*/ 5120 h 494215"/>
                  <a:gd name="connsiteX0" fmla="*/ 247433 w 397878"/>
                  <a:gd name="connsiteY0" fmla="*/ 0 h 489095"/>
                  <a:gd name="connsiteX1" fmla="*/ 392859 w 397878"/>
                  <a:gd name="connsiteY1" fmla="*/ 134188 h 489095"/>
                  <a:gd name="connsiteX2" fmla="*/ 397878 w 397878"/>
                  <a:gd name="connsiteY2" fmla="*/ 160750 h 489095"/>
                  <a:gd name="connsiteX3" fmla="*/ 392859 w 397878"/>
                  <a:gd name="connsiteY3" fmla="*/ 187313 h 489095"/>
                  <a:gd name="connsiteX4" fmla="*/ 392859 w 397878"/>
                  <a:gd name="connsiteY4" fmla="*/ 489095 h 489095"/>
                  <a:gd name="connsiteX5" fmla="*/ 289878 w 397878"/>
                  <a:gd name="connsiteY5" fmla="*/ 489095 h 489095"/>
                  <a:gd name="connsiteX6" fmla="*/ 289878 w 397878"/>
                  <a:gd name="connsiteY6" fmla="*/ 312344 h 489095"/>
                  <a:gd name="connsiteX7" fmla="*/ 247433 w 397878"/>
                  <a:gd name="connsiteY7" fmla="*/ 321500 h 489095"/>
                  <a:gd name="connsiteX8" fmla="*/ 108811 w 397878"/>
                  <a:gd name="connsiteY8" fmla="*/ 223322 h 489095"/>
                  <a:gd name="connsiteX9" fmla="*/ 102981 w 397878"/>
                  <a:gd name="connsiteY9" fmla="*/ 192468 h 489095"/>
                  <a:gd name="connsiteX10" fmla="*/ 102981 w 397878"/>
                  <a:gd name="connsiteY10" fmla="*/ 489095 h 489095"/>
                  <a:gd name="connsiteX11" fmla="*/ 0 w 397878"/>
                  <a:gd name="connsiteY11" fmla="*/ 489095 h 489095"/>
                  <a:gd name="connsiteX12" fmla="*/ 0 w 397878"/>
                  <a:gd name="connsiteY12" fmla="*/ 21954 h 489095"/>
                  <a:gd name="connsiteX13" fmla="*/ 102981 w 397878"/>
                  <a:gd name="connsiteY13" fmla="*/ 21954 h 489095"/>
                  <a:gd name="connsiteX14" fmla="*/ 102981 w 397878"/>
                  <a:gd name="connsiteY14" fmla="*/ 129033 h 489095"/>
                  <a:gd name="connsiteX15" fmla="*/ 108811 w 397878"/>
                  <a:gd name="connsiteY15" fmla="*/ 98179 h 489095"/>
                  <a:gd name="connsiteX16" fmla="*/ 247433 w 397878"/>
                  <a:gd name="connsiteY16" fmla="*/ 0 h 489095"/>
                  <a:gd name="connsiteX0" fmla="*/ 247433 w 397878"/>
                  <a:gd name="connsiteY0" fmla="*/ 984 h 490079"/>
                  <a:gd name="connsiteX1" fmla="*/ 392859 w 397878"/>
                  <a:gd name="connsiteY1" fmla="*/ 135172 h 490079"/>
                  <a:gd name="connsiteX2" fmla="*/ 397878 w 397878"/>
                  <a:gd name="connsiteY2" fmla="*/ 161734 h 490079"/>
                  <a:gd name="connsiteX3" fmla="*/ 392859 w 397878"/>
                  <a:gd name="connsiteY3" fmla="*/ 188297 h 490079"/>
                  <a:gd name="connsiteX4" fmla="*/ 392859 w 397878"/>
                  <a:gd name="connsiteY4" fmla="*/ 490079 h 490079"/>
                  <a:gd name="connsiteX5" fmla="*/ 289878 w 397878"/>
                  <a:gd name="connsiteY5" fmla="*/ 490079 h 490079"/>
                  <a:gd name="connsiteX6" fmla="*/ 289878 w 397878"/>
                  <a:gd name="connsiteY6" fmla="*/ 313328 h 490079"/>
                  <a:gd name="connsiteX7" fmla="*/ 247433 w 397878"/>
                  <a:gd name="connsiteY7" fmla="*/ 322484 h 490079"/>
                  <a:gd name="connsiteX8" fmla="*/ 108811 w 397878"/>
                  <a:gd name="connsiteY8" fmla="*/ 224306 h 490079"/>
                  <a:gd name="connsiteX9" fmla="*/ 102981 w 397878"/>
                  <a:gd name="connsiteY9" fmla="*/ 193452 h 490079"/>
                  <a:gd name="connsiteX10" fmla="*/ 102981 w 397878"/>
                  <a:gd name="connsiteY10" fmla="*/ 490079 h 490079"/>
                  <a:gd name="connsiteX11" fmla="*/ 0 w 397878"/>
                  <a:gd name="connsiteY11" fmla="*/ 490079 h 490079"/>
                  <a:gd name="connsiteX12" fmla="*/ 0 w 397878"/>
                  <a:gd name="connsiteY12" fmla="*/ 22938 h 490079"/>
                  <a:gd name="connsiteX13" fmla="*/ 102981 w 397878"/>
                  <a:gd name="connsiteY13" fmla="*/ 22938 h 490079"/>
                  <a:gd name="connsiteX14" fmla="*/ 102981 w 397878"/>
                  <a:gd name="connsiteY14" fmla="*/ 130017 h 490079"/>
                  <a:gd name="connsiteX15" fmla="*/ 108811 w 397878"/>
                  <a:gd name="connsiteY15" fmla="*/ 99163 h 490079"/>
                  <a:gd name="connsiteX16" fmla="*/ 247433 w 397878"/>
                  <a:gd name="connsiteY16" fmla="*/ 984 h 490079"/>
                  <a:gd name="connsiteX0" fmla="*/ 247433 w 397878"/>
                  <a:gd name="connsiteY0" fmla="*/ 0 h 489095"/>
                  <a:gd name="connsiteX1" fmla="*/ 397878 w 397878"/>
                  <a:gd name="connsiteY1" fmla="*/ 160750 h 489095"/>
                  <a:gd name="connsiteX2" fmla="*/ 392859 w 397878"/>
                  <a:gd name="connsiteY2" fmla="*/ 187313 h 489095"/>
                  <a:gd name="connsiteX3" fmla="*/ 392859 w 397878"/>
                  <a:gd name="connsiteY3" fmla="*/ 489095 h 489095"/>
                  <a:gd name="connsiteX4" fmla="*/ 289878 w 397878"/>
                  <a:gd name="connsiteY4" fmla="*/ 489095 h 489095"/>
                  <a:gd name="connsiteX5" fmla="*/ 289878 w 397878"/>
                  <a:gd name="connsiteY5" fmla="*/ 312344 h 489095"/>
                  <a:gd name="connsiteX6" fmla="*/ 247433 w 397878"/>
                  <a:gd name="connsiteY6" fmla="*/ 321500 h 489095"/>
                  <a:gd name="connsiteX7" fmla="*/ 108811 w 397878"/>
                  <a:gd name="connsiteY7" fmla="*/ 223322 h 489095"/>
                  <a:gd name="connsiteX8" fmla="*/ 102981 w 397878"/>
                  <a:gd name="connsiteY8" fmla="*/ 192468 h 489095"/>
                  <a:gd name="connsiteX9" fmla="*/ 102981 w 397878"/>
                  <a:gd name="connsiteY9" fmla="*/ 489095 h 489095"/>
                  <a:gd name="connsiteX10" fmla="*/ 0 w 397878"/>
                  <a:gd name="connsiteY10" fmla="*/ 489095 h 489095"/>
                  <a:gd name="connsiteX11" fmla="*/ 0 w 397878"/>
                  <a:gd name="connsiteY11" fmla="*/ 21954 h 489095"/>
                  <a:gd name="connsiteX12" fmla="*/ 102981 w 397878"/>
                  <a:gd name="connsiteY12" fmla="*/ 21954 h 489095"/>
                  <a:gd name="connsiteX13" fmla="*/ 102981 w 397878"/>
                  <a:gd name="connsiteY13" fmla="*/ 129033 h 489095"/>
                  <a:gd name="connsiteX14" fmla="*/ 108811 w 397878"/>
                  <a:gd name="connsiteY14" fmla="*/ 98179 h 489095"/>
                  <a:gd name="connsiteX15" fmla="*/ 247433 w 397878"/>
                  <a:gd name="connsiteY15" fmla="*/ 0 h 489095"/>
                  <a:gd name="connsiteX0" fmla="*/ 247433 w 392859"/>
                  <a:gd name="connsiteY0" fmla="*/ 0 h 489095"/>
                  <a:gd name="connsiteX1" fmla="*/ 392859 w 392859"/>
                  <a:gd name="connsiteY1" fmla="*/ 187313 h 489095"/>
                  <a:gd name="connsiteX2" fmla="*/ 392859 w 392859"/>
                  <a:gd name="connsiteY2" fmla="*/ 489095 h 489095"/>
                  <a:gd name="connsiteX3" fmla="*/ 289878 w 392859"/>
                  <a:gd name="connsiteY3" fmla="*/ 489095 h 489095"/>
                  <a:gd name="connsiteX4" fmla="*/ 289878 w 392859"/>
                  <a:gd name="connsiteY4" fmla="*/ 312344 h 489095"/>
                  <a:gd name="connsiteX5" fmla="*/ 247433 w 392859"/>
                  <a:gd name="connsiteY5" fmla="*/ 321500 h 489095"/>
                  <a:gd name="connsiteX6" fmla="*/ 108811 w 392859"/>
                  <a:gd name="connsiteY6" fmla="*/ 223322 h 489095"/>
                  <a:gd name="connsiteX7" fmla="*/ 102981 w 392859"/>
                  <a:gd name="connsiteY7" fmla="*/ 192468 h 489095"/>
                  <a:gd name="connsiteX8" fmla="*/ 102981 w 392859"/>
                  <a:gd name="connsiteY8" fmla="*/ 489095 h 489095"/>
                  <a:gd name="connsiteX9" fmla="*/ 0 w 392859"/>
                  <a:gd name="connsiteY9" fmla="*/ 489095 h 489095"/>
                  <a:gd name="connsiteX10" fmla="*/ 0 w 392859"/>
                  <a:gd name="connsiteY10" fmla="*/ 21954 h 489095"/>
                  <a:gd name="connsiteX11" fmla="*/ 102981 w 392859"/>
                  <a:gd name="connsiteY11" fmla="*/ 21954 h 489095"/>
                  <a:gd name="connsiteX12" fmla="*/ 102981 w 392859"/>
                  <a:gd name="connsiteY12" fmla="*/ 129033 h 489095"/>
                  <a:gd name="connsiteX13" fmla="*/ 108811 w 392859"/>
                  <a:gd name="connsiteY13" fmla="*/ 98179 h 489095"/>
                  <a:gd name="connsiteX14" fmla="*/ 247433 w 392859"/>
                  <a:gd name="connsiteY14" fmla="*/ 0 h 489095"/>
                  <a:gd name="connsiteX0" fmla="*/ 247433 w 392859"/>
                  <a:gd name="connsiteY0" fmla="*/ 0 h 489095"/>
                  <a:gd name="connsiteX1" fmla="*/ 392859 w 392859"/>
                  <a:gd name="connsiteY1" fmla="*/ 187313 h 489095"/>
                  <a:gd name="connsiteX2" fmla="*/ 392859 w 392859"/>
                  <a:gd name="connsiteY2" fmla="*/ 489095 h 489095"/>
                  <a:gd name="connsiteX3" fmla="*/ 289878 w 392859"/>
                  <a:gd name="connsiteY3" fmla="*/ 489095 h 489095"/>
                  <a:gd name="connsiteX4" fmla="*/ 289878 w 392859"/>
                  <a:gd name="connsiteY4" fmla="*/ 312344 h 489095"/>
                  <a:gd name="connsiteX5" fmla="*/ 247433 w 392859"/>
                  <a:gd name="connsiteY5" fmla="*/ 321500 h 489095"/>
                  <a:gd name="connsiteX6" fmla="*/ 108811 w 392859"/>
                  <a:gd name="connsiteY6" fmla="*/ 223322 h 489095"/>
                  <a:gd name="connsiteX7" fmla="*/ 102981 w 392859"/>
                  <a:gd name="connsiteY7" fmla="*/ 192468 h 489095"/>
                  <a:gd name="connsiteX8" fmla="*/ 102981 w 392859"/>
                  <a:gd name="connsiteY8" fmla="*/ 489095 h 489095"/>
                  <a:gd name="connsiteX9" fmla="*/ 0 w 392859"/>
                  <a:gd name="connsiteY9" fmla="*/ 489095 h 489095"/>
                  <a:gd name="connsiteX10" fmla="*/ 0 w 392859"/>
                  <a:gd name="connsiteY10" fmla="*/ 21954 h 489095"/>
                  <a:gd name="connsiteX11" fmla="*/ 102981 w 392859"/>
                  <a:gd name="connsiteY11" fmla="*/ 21954 h 489095"/>
                  <a:gd name="connsiteX12" fmla="*/ 102981 w 392859"/>
                  <a:gd name="connsiteY12" fmla="*/ 129033 h 489095"/>
                  <a:gd name="connsiteX13" fmla="*/ 108811 w 392859"/>
                  <a:gd name="connsiteY13" fmla="*/ 98179 h 489095"/>
                  <a:gd name="connsiteX14" fmla="*/ 247433 w 392859"/>
                  <a:gd name="connsiteY14" fmla="*/ 0 h 489095"/>
                  <a:gd name="connsiteX0" fmla="*/ 247433 w 392859"/>
                  <a:gd name="connsiteY0" fmla="*/ 0 h 489095"/>
                  <a:gd name="connsiteX1" fmla="*/ 392859 w 392859"/>
                  <a:gd name="connsiteY1" fmla="*/ 187313 h 489095"/>
                  <a:gd name="connsiteX2" fmla="*/ 392859 w 392859"/>
                  <a:gd name="connsiteY2" fmla="*/ 489095 h 489095"/>
                  <a:gd name="connsiteX3" fmla="*/ 289878 w 392859"/>
                  <a:gd name="connsiteY3" fmla="*/ 489095 h 489095"/>
                  <a:gd name="connsiteX4" fmla="*/ 289878 w 392859"/>
                  <a:gd name="connsiteY4" fmla="*/ 312344 h 489095"/>
                  <a:gd name="connsiteX5" fmla="*/ 247433 w 392859"/>
                  <a:gd name="connsiteY5" fmla="*/ 321500 h 489095"/>
                  <a:gd name="connsiteX6" fmla="*/ 108811 w 392859"/>
                  <a:gd name="connsiteY6" fmla="*/ 223322 h 489095"/>
                  <a:gd name="connsiteX7" fmla="*/ 102981 w 392859"/>
                  <a:gd name="connsiteY7" fmla="*/ 192468 h 489095"/>
                  <a:gd name="connsiteX8" fmla="*/ 102981 w 392859"/>
                  <a:gd name="connsiteY8" fmla="*/ 489095 h 489095"/>
                  <a:gd name="connsiteX9" fmla="*/ 0 w 392859"/>
                  <a:gd name="connsiteY9" fmla="*/ 489095 h 489095"/>
                  <a:gd name="connsiteX10" fmla="*/ 0 w 392859"/>
                  <a:gd name="connsiteY10" fmla="*/ 21954 h 489095"/>
                  <a:gd name="connsiteX11" fmla="*/ 102981 w 392859"/>
                  <a:gd name="connsiteY11" fmla="*/ 21954 h 489095"/>
                  <a:gd name="connsiteX12" fmla="*/ 102981 w 392859"/>
                  <a:gd name="connsiteY12" fmla="*/ 129033 h 489095"/>
                  <a:gd name="connsiteX13" fmla="*/ 108811 w 392859"/>
                  <a:gd name="connsiteY13" fmla="*/ 98179 h 489095"/>
                  <a:gd name="connsiteX14" fmla="*/ 247433 w 392859"/>
                  <a:gd name="connsiteY14" fmla="*/ 0 h 489095"/>
                  <a:gd name="connsiteX0" fmla="*/ 247433 w 392859"/>
                  <a:gd name="connsiteY0" fmla="*/ 0 h 489095"/>
                  <a:gd name="connsiteX1" fmla="*/ 392859 w 392859"/>
                  <a:gd name="connsiteY1" fmla="*/ 187313 h 489095"/>
                  <a:gd name="connsiteX2" fmla="*/ 392763 w 392859"/>
                  <a:gd name="connsiteY2" fmla="*/ 222961 h 489095"/>
                  <a:gd name="connsiteX3" fmla="*/ 392859 w 392859"/>
                  <a:gd name="connsiteY3" fmla="*/ 489095 h 489095"/>
                  <a:gd name="connsiteX4" fmla="*/ 289878 w 392859"/>
                  <a:gd name="connsiteY4" fmla="*/ 489095 h 489095"/>
                  <a:gd name="connsiteX5" fmla="*/ 289878 w 392859"/>
                  <a:gd name="connsiteY5" fmla="*/ 312344 h 489095"/>
                  <a:gd name="connsiteX6" fmla="*/ 247433 w 392859"/>
                  <a:gd name="connsiteY6" fmla="*/ 321500 h 489095"/>
                  <a:gd name="connsiteX7" fmla="*/ 108811 w 392859"/>
                  <a:gd name="connsiteY7" fmla="*/ 223322 h 489095"/>
                  <a:gd name="connsiteX8" fmla="*/ 102981 w 392859"/>
                  <a:gd name="connsiteY8" fmla="*/ 192468 h 489095"/>
                  <a:gd name="connsiteX9" fmla="*/ 102981 w 392859"/>
                  <a:gd name="connsiteY9" fmla="*/ 489095 h 489095"/>
                  <a:gd name="connsiteX10" fmla="*/ 0 w 392859"/>
                  <a:gd name="connsiteY10" fmla="*/ 489095 h 489095"/>
                  <a:gd name="connsiteX11" fmla="*/ 0 w 392859"/>
                  <a:gd name="connsiteY11" fmla="*/ 21954 h 489095"/>
                  <a:gd name="connsiteX12" fmla="*/ 102981 w 392859"/>
                  <a:gd name="connsiteY12" fmla="*/ 21954 h 489095"/>
                  <a:gd name="connsiteX13" fmla="*/ 102981 w 392859"/>
                  <a:gd name="connsiteY13" fmla="*/ 129033 h 489095"/>
                  <a:gd name="connsiteX14" fmla="*/ 108811 w 392859"/>
                  <a:gd name="connsiteY14" fmla="*/ 98179 h 489095"/>
                  <a:gd name="connsiteX15" fmla="*/ 247433 w 392859"/>
                  <a:gd name="connsiteY15" fmla="*/ 0 h 489095"/>
                  <a:gd name="connsiteX0" fmla="*/ 247433 w 392859"/>
                  <a:gd name="connsiteY0" fmla="*/ 0 h 489095"/>
                  <a:gd name="connsiteX1" fmla="*/ 392859 w 392859"/>
                  <a:gd name="connsiteY1" fmla="*/ 187313 h 489095"/>
                  <a:gd name="connsiteX2" fmla="*/ 392763 w 392859"/>
                  <a:gd name="connsiteY2" fmla="*/ 222961 h 489095"/>
                  <a:gd name="connsiteX3" fmla="*/ 392859 w 392859"/>
                  <a:gd name="connsiteY3" fmla="*/ 489095 h 489095"/>
                  <a:gd name="connsiteX4" fmla="*/ 289878 w 392859"/>
                  <a:gd name="connsiteY4" fmla="*/ 489095 h 489095"/>
                  <a:gd name="connsiteX5" fmla="*/ 289878 w 392859"/>
                  <a:gd name="connsiteY5" fmla="*/ 312344 h 489095"/>
                  <a:gd name="connsiteX6" fmla="*/ 247433 w 392859"/>
                  <a:gd name="connsiteY6" fmla="*/ 321500 h 489095"/>
                  <a:gd name="connsiteX7" fmla="*/ 108811 w 392859"/>
                  <a:gd name="connsiteY7" fmla="*/ 223322 h 489095"/>
                  <a:gd name="connsiteX8" fmla="*/ 102981 w 392859"/>
                  <a:gd name="connsiteY8" fmla="*/ 192468 h 489095"/>
                  <a:gd name="connsiteX9" fmla="*/ 102981 w 392859"/>
                  <a:gd name="connsiteY9" fmla="*/ 489095 h 489095"/>
                  <a:gd name="connsiteX10" fmla="*/ 0 w 392859"/>
                  <a:gd name="connsiteY10" fmla="*/ 489095 h 489095"/>
                  <a:gd name="connsiteX11" fmla="*/ 0 w 392859"/>
                  <a:gd name="connsiteY11" fmla="*/ 21954 h 489095"/>
                  <a:gd name="connsiteX12" fmla="*/ 102981 w 392859"/>
                  <a:gd name="connsiteY12" fmla="*/ 21954 h 489095"/>
                  <a:gd name="connsiteX13" fmla="*/ 102981 w 392859"/>
                  <a:gd name="connsiteY13" fmla="*/ 129033 h 489095"/>
                  <a:gd name="connsiteX14" fmla="*/ 108811 w 392859"/>
                  <a:gd name="connsiteY14" fmla="*/ 98179 h 489095"/>
                  <a:gd name="connsiteX15" fmla="*/ 247433 w 392859"/>
                  <a:gd name="connsiteY15" fmla="*/ 0 h 489095"/>
                  <a:gd name="connsiteX0" fmla="*/ 247433 w 392859"/>
                  <a:gd name="connsiteY0" fmla="*/ 0 h 489095"/>
                  <a:gd name="connsiteX1" fmla="*/ 392859 w 392859"/>
                  <a:gd name="connsiteY1" fmla="*/ 187313 h 489095"/>
                  <a:gd name="connsiteX2" fmla="*/ 392763 w 392859"/>
                  <a:gd name="connsiteY2" fmla="*/ 222961 h 489095"/>
                  <a:gd name="connsiteX3" fmla="*/ 392859 w 392859"/>
                  <a:gd name="connsiteY3" fmla="*/ 489095 h 489095"/>
                  <a:gd name="connsiteX4" fmla="*/ 289878 w 392859"/>
                  <a:gd name="connsiteY4" fmla="*/ 489095 h 489095"/>
                  <a:gd name="connsiteX5" fmla="*/ 289878 w 392859"/>
                  <a:gd name="connsiteY5" fmla="*/ 312344 h 489095"/>
                  <a:gd name="connsiteX6" fmla="*/ 247433 w 392859"/>
                  <a:gd name="connsiteY6" fmla="*/ 321500 h 489095"/>
                  <a:gd name="connsiteX7" fmla="*/ 108811 w 392859"/>
                  <a:gd name="connsiteY7" fmla="*/ 223322 h 489095"/>
                  <a:gd name="connsiteX8" fmla="*/ 102981 w 392859"/>
                  <a:gd name="connsiteY8" fmla="*/ 192468 h 489095"/>
                  <a:gd name="connsiteX9" fmla="*/ 102981 w 392859"/>
                  <a:gd name="connsiteY9" fmla="*/ 489095 h 489095"/>
                  <a:gd name="connsiteX10" fmla="*/ 0 w 392859"/>
                  <a:gd name="connsiteY10" fmla="*/ 489095 h 489095"/>
                  <a:gd name="connsiteX11" fmla="*/ 0 w 392859"/>
                  <a:gd name="connsiteY11" fmla="*/ 21954 h 489095"/>
                  <a:gd name="connsiteX12" fmla="*/ 102981 w 392859"/>
                  <a:gd name="connsiteY12" fmla="*/ 21954 h 489095"/>
                  <a:gd name="connsiteX13" fmla="*/ 102981 w 392859"/>
                  <a:gd name="connsiteY13" fmla="*/ 129033 h 489095"/>
                  <a:gd name="connsiteX14" fmla="*/ 108811 w 392859"/>
                  <a:gd name="connsiteY14" fmla="*/ 98179 h 489095"/>
                  <a:gd name="connsiteX15" fmla="*/ 247433 w 392859"/>
                  <a:gd name="connsiteY15" fmla="*/ 0 h 489095"/>
                  <a:gd name="connsiteX0" fmla="*/ 247433 w 393899"/>
                  <a:gd name="connsiteY0" fmla="*/ 0 h 489095"/>
                  <a:gd name="connsiteX1" fmla="*/ 392859 w 393899"/>
                  <a:gd name="connsiteY1" fmla="*/ 187313 h 489095"/>
                  <a:gd name="connsiteX2" fmla="*/ 392763 w 393899"/>
                  <a:gd name="connsiteY2" fmla="*/ 222961 h 489095"/>
                  <a:gd name="connsiteX3" fmla="*/ 392859 w 393899"/>
                  <a:gd name="connsiteY3" fmla="*/ 489095 h 489095"/>
                  <a:gd name="connsiteX4" fmla="*/ 289878 w 393899"/>
                  <a:gd name="connsiteY4" fmla="*/ 489095 h 489095"/>
                  <a:gd name="connsiteX5" fmla="*/ 289878 w 393899"/>
                  <a:gd name="connsiteY5" fmla="*/ 312344 h 489095"/>
                  <a:gd name="connsiteX6" fmla="*/ 247433 w 393899"/>
                  <a:gd name="connsiteY6" fmla="*/ 321500 h 489095"/>
                  <a:gd name="connsiteX7" fmla="*/ 108811 w 393899"/>
                  <a:gd name="connsiteY7" fmla="*/ 223322 h 489095"/>
                  <a:gd name="connsiteX8" fmla="*/ 102981 w 393899"/>
                  <a:gd name="connsiteY8" fmla="*/ 192468 h 489095"/>
                  <a:gd name="connsiteX9" fmla="*/ 102981 w 393899"/>
                  <a:gd name="connsiteY9" fmla="*/ 489095 h 489095"/>
                  <a:gd name="connsiteX10" fmla="*/ 0 w 393899"/>
                  <a:gd name="connsiteY10" fmla="*/ 489095 h 489095"/>
                  <a:gd name="connsiteX11" fmla="*/ 0 w 393899"/>
                  <a:gd name="connsiteY11" fmla="*/ 21954 h 489095"/>
                  <a:gd name="connsiteX12" fmla="*/ 102981 w 393899"/>
                  <a:gd name="connsiteY12" fmla="*/ 21954 h 489095"/>
                  <a:gd name="connsiteX13" fmla="*/ 102981 w 393899"/>
                  <a:gd name="connsiteY13" fmla="*/ 129033 h 489095"/>
                  <a:gd name="connsiteX14" fmla="*/ 108811 w 393899"/>
                  <a:gd name="connsiteY14" fmla="*/ 98179 h 489095"/>
                  <a:gd name="connsiteX15" fmla="*/ 247433 w 393899"/>
                  <a:gd name="connsiteY15" fmla="*/ 0 h 489095"/>
                  <a:gd name="connsiteX0" fmla="*/ 247433 w 392859"/>
                  <a:gd name="connsiteY0" fmla="*/ 0 h 489095"/>
                  <a:gd name="connsiteX1" fmla="*/ 392859 w 392859"/>
                  <a:gd name="connsiteY1" fmla="*/ 187313 h 489095"/>
                  <a:gd name="connsiteX2" fmla="*/ 392763 w 392859"/>
                  <a:gd name="connsiteY2" fmla="*/ 222961 h 489095"/>
                  <a:gd name="connsiteX3" fmla="*/ 392859 w 392859"/>
                  <a:gd name="connsiteY3" fmla="*/ 489095 h 489095"/>
                  <a:gd name="connsiteX4" fmla="*/ 289878 w 392859"/>
                  <a:gd name="connsiteY4" fmla="*/ 489095 h 489095"/>
                  <a:gd name="connsiteX5" fmla="*/ 289878 w 392859"/>
                  <a:gd name="connsiteY5" fmla="*/ 312344 h 489095"/>
                  <a:gd name="connsiteX6" fmla="*/ 247433 w 392859"/>
                  <a:gd name="connsiteY6" fmla="*/ 321500 h 489095"/>
                  <a:gd name="connsiteX7" fmla="*/ 108811 w 392859"/>
                  <a:gd name="connsiteY7" fmla="*/ 223322 h 489095"/>
                  <a:gd name="connsiteX8" fmla="*/ 102981 w 392859"/>
                  <a:gd name="connsiteY8" fmla="*/ 192468 h 489095"/>
                  <a:gd name="connsiteX9" fmla="*/ 102981 w 392859"/>
                  <a:gd name="connsiteY9" fmla="*/ 489095 h 489095"/>
                  <a:gd name="connsiteX10" fmla="*/ 0 w 392859"/>
                  <a:gd name="connsiteY10" fmla="*/ 489095 h 489095"/>
                  <a:gd name="connsiteX11" fmla="*/ 0 w 392859"/>
                  <a:gd name="connsiteY11" fmla="*/ 21954 h 489095"/>
                  <a:gd name="connsiteX12" fmla="*/ 102981 w 392859"/>
                  <a:gd name="connsiteY12" fmla="*/ 21954 h 489095"/>
                  <a:gd name="connsiteX13" fmla="*/ 102981 w 392859"/>
                  <a:gd name="connsiteY13" fmla="*/ 129033 h 489095"/>
                  <a:gd name="connsiteX14" fmla="*/ 108811 w 392859"/>
                  <a:gd name="connsiteY14" fmla="*/ 98179 h 489095"/>
                  <a:gd name="connsiteX15" fmla="*/ 247433 w 392859"/>
                  <a:gd name="connsiteY15"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47433 w 392900"/>
                  <a:gd name="connsiteY6" fmla="*/ 321500 h 489095"/>
                  <a:gd name="connsiteX7" fmla="*/ 108811 w 392900"/>
                  <a:gd name="connsiteY7" fmla="*/ 223322 h 489095"/>
                  <a:gd name="connsiteX8" fmla="*/ 102981 w 392900"/>
                  <a:gd name="connsiteY8" fmla="*/ 192468 h 489095"/>
                  <a:gd name="connsiteX9" fmla="*/ 102981 w 392900"/>
                  <a:gd name="connsiteY9" fmla="*/ 489095 h 489095"/>
                  <a:gd name="connsiteX10" fmla="*/ 0 w 392900"/>
                  <a:gd name="connsiteY10" fmla="*/ 489095 h 489095"/>
                  <a:gd name="connsiteX11" fmla="*/ 0 w 392900"/>
                  <a:gd name="connsiteY11" fmla="*/ 21954 h 489095"/>
                  <a:gd name="connsiteX12" fmla="*/ 102981 w 392900"/>
                  <a:gd name="connsiteY12" fmla="*/ 21954 h 489095"/>
                  <a:gd name="connsiteX13" fmla="*/ 102981 w 392900"/>
                  <a:gd name="connsiteY13" fmla="*/ 129033 h 489095"/>
                  <a:gd name="connsiteX14" fmla="*/ 108811 w 392900"/>
                  <a:gd name="connsiteY14" fmla="*/ 98179 h 489095"/>
                  <a:gd name="connsiteX15" fmla="*/ 247433 w 392900"/>
                  <a:gd name="connsiteY15"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8811 w 392900"/>
                  <a:gd name="connsiteY7" fmla="*/ 223322 h 489095"/>
                  <a:gd name="connsiteX8" fmla="*/ 102981 w 392900"/>
                  <a:gd name="connsiteY8" fmla="*/ 192468 h 489095"/>
                  <a:gd name="connsiteX9" fmla="*/ 102981 w 392900"/>
                  <a:gd name="connsiteY9" fmla="*/ 489095 h 489095"/>
                  <a:gd name="connsiteX10" fmla="*/ 0 w 392900"/>
                  <a:gd name="connsiteY10" fmla="*/ 489095 h 489095"/>
                  <a:gd name="connsiteX11" fmla="*/ 0 w 392900"/>
                  <a:gd name="connsiteY11" fmla="*/ 21954 h 489095"/>
                  <a:gd name="connsiteX12" fmla="*/ 102981 w 392900"/>
                  <a:gd name="connsiteY12" fmla="*/ 21954 h 489095"/>
                  <a:gd name="connsiteX13" fmla="*/ 102981 w 392900"/>
                  <a:gd name="connsiteY13" fmla="*/ 129033 h 489095"/>
                  <a:gd name="connsiteX14" fmla="*/ 108811 w 392900"/>
                  <a:gd name="connsiteY14" fmla="*/ 98179 h 489095"/>
                  <a:gd name="connsiteX15" fmla="*/ 247433 w 392900"/>
                  <a:gd name="connsiteY15"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8811 w 392900"/>
                  <a:gd name="connsiteY7" fmla="*/ 223322 h 489095"/>
                  <a:gd name="connsiteX8" fmla="*/ 102981 w 392900"/>
                  <a:gd name="connsiteY8" fmla="*/ 192468 h 489095"/>
                  <a:gd name="connsiteX9" fmla="*/ 102981 w 392900"/>
                  <a:gd name="connsiteY9" fmla="*/ 489095 h 489095"/>
                  <a:gd name="connsiteX10" fmla="*/ 0 w 392900"/>
                  <a:gd name="connsiteY10" fmla="*/ 489095 h 489095"/>
                  <a:gd name="connsiteX11" fmla="*/ 0 w 392900"/>
                  <a:gd name="connsiteY11" fmla="*/ 21954 h 489095"/>
                  <a:gd name="connsiteX12" fmla="*/ 102981 w 392900"/>
                  <a:gd name="connsiteY12" fmla="*/ 21954 h 489095"/>
                  <a:gd name="connsiteX13" fmla="*/ 102981 w 392900"/>
                  <a:gd name="connsiteY13" fmla="*/ 129033 h 489095"/>
                  <a:gd name="connsiteX14" fmla="*/ 108811 w 392900"/>
                  <a:gd name="connsiteY14" fmla="*/ 98179 h 489095"/>
                  <a:gd name="connsiteX15" fmla="*/ 247433 w 392900"/>
                  <a:gd name="connsiteY15"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2981 w 392900"/>
                  <a:gd name="connsiteY7" fmla="*/ 192468 h 489095"/>
                  <a:gd name="connsiteX8" fmla="*/ 102981 w 392900"/>
                  <a:gd name="connsiteY8" fmla="*/ 489095 h 489095"/>
                  <a:gd name="connsiteX9" fmla="*/ 0 w 392900"/>
                  <a:gd name="connsiteY9" fmla="*/ 489095 h 489095"/>
                  <a:gd name="connsiteX10" fmla="*/ 0 w 392900"/>
                  <a:gd name="connsiteY10" fmla="*/ 21954 h 489095"/>
                  <a:gd name="connsiteX11" fmla="*/ 102981 w 392900"/>
                  <a:gd name="connsiteY11" fmla="*/ 21954 h 489095"/>
                  <a:gd name="connsiteX12" fmla="*/ 102981 w 392900"/>
                  <a:gd name="connsiteY12" fmla="*/ 129033 h 489095"/>
                  <a:gd name="connsiteX13" fmla="*/ 108811 w 392900"/>
                  <a:gd name="connsiteY13" fmla="*/ 98179 h 489095"/>
                  <a:gd name="connsiteX14" fmla="*/ 247433 w 392900"/>
                  <a:gd name="connsiteY14"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2981 w 392900"/>
                  <a:gd name="connsiteY7" fmla="*/ 192468 h 489095"/>
                  <a:gd name="connsiteX8" fmla="*/ 102981 w 392900"/>
                  <a:gd name="connsiteY8" fmla="*/ 489095 h 489095"/>
                  <a:gd name="connsiteX9" fmla="*/ 0 w 392900"/>
                  <a:gd name="connsiteY9" fmla="*/ 489095 h 489095"/>
                  <a:gd name="connsiteX10" fmla="*/ 0 w 392900"/>
                  <a:gd name="connsiteY10" fmla="*/ 21954 h 489095"/>
                  <a:gd name="connsiteX11" fmla="*/ 102981 w 392900"/>
                  <a:gd name="connsiteY11" fmla="*/ 21954 h 489095"/>
                  <a:gd name="connsiteX12" fmla="*/ 102981 w 392900"/>
                  <a:gd name="connsiteY12" fmla="*/ 129033 h 489095"/>
                  <a:gd name="connsiteX13" fmla="*/ 108811 w 392900"/>
                  <a:gd name="connsiteY13" fmla="*/ 98179 h 489095"/>
                  <a:gd name="connsiteX14" fmla="*/ 247433 w 392900"/>
                  <a:gd name="connsiteY14"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2981 w 392900"/>
                  <a:gd name="connsiteY7" fmla="*/ 192468 h 489095"/>
                  <a:gd name="connsiteX8" fmla="*/ 102981 w 392900"/>
                  <a:gd name="connsiteY8" fmla="*/ 489095 h 489095"/>
                  <a:gd name="connsiteX9" fmla="*/ 0 w 392900"/>
                  <a:gd name="connsiteY9" fmla="*/ 489095 h 489095"/>
                  <a:gd name="connsiteX10" fmla="*/ 0 w 392900"/>
                  <a:gd name="connsiteY10" fmla="*/ 21954 h 489095"/>
                  <a:gd name="connsiteX11" fmla="*/ 102981 w 392900"/>
                  <a:gd name="connsiteY11" fmla="*/ 21954 h 489095"/>
                  <a:gd name="connsiteX12" fmla="*/ 102981 w 392900"/>
                  <a:gd name="connsiteY12" fmla="*/ 129033 h 489095"/>
                  <a:gd name="connsiteX13" fmla="*/ 247433 w 392900"/>
                  <a:gd name="connsiteY13" fmla="*/ 0 h 489095"/>
                  <a:gd name="connsiteX0" fmla="*/ 247433 w 392900"/>
                  <a:gd name="connsiteY0" fmla="*/ 0 h 489095"/>
                  <a:gd name="connsiteX1" fmla="*/ 392859 w 392900"/>
                  <a:gd name="connsiteY1" fmla="*/ 187313 h 489095"/>
                  <a:gd name="connsiteX2" fmla="*/ 392763 w 392900"/>
                  <a:gd name="connsiteY2" fmla="*/ 222961 h 489095"/>
                  <a:gd name="connsiteX3" fmla="*/ 392859 w 392900"/>
                  <a:gd name="connsiteY3" fmla="*/ 489095 h 489095"/>
                  <a:gd name="connsiteX4" fmla="*/ 289878 w 392900"/>
                  <a:gd name="connsiteY4" fmla="*/ 489095 h 489095"/>
                  <a:gd name="connsiteX5" fmla="*/ 289878 w 392900"/>
                  <a:gd name="connsiteY5" fmla="*/ 312344 h 489095"/>
                  <a:gd name="connsiteX6" fmla="*/ 290295 w 392900"/>
                  <a:gd name="connsiteY6" fmla="*/ 116713 h 489095"/>
                  <a:gd name="connsiteX7" fmla="*/ 102981 w 392900"/>
                  <a:gd name="connsiteY7" fmla="*/ 192468 h 489095"/>
                  <a:gd name="connsiteX8" fmla="*/ 102981 w 392900"/>
                  <a:gd name="connsiteY8" fmla="*/ 489095 h 489095"/>
                  <a:gd name="connsiteX9" fmla="*/ 0 w 392900"/>
                  <a:gd name="connsiteY9" fmla="*/ 489095 h 489095"/>
                  <a:gd name="connsiteX10" fmla="*/ 0 w 392900"/>
                  <a:gd name="connsiteY10" fmla="*/ 21954 h 489095"/>
                  <a:gd name="connsiteX11" fmla="*/ 102981 w 392900"/>
                  <a:gd name="connsiteY11" fmla="*/ 21954 h 489095"/>
                  <a:gd name="connsiteX12" fmla="*/ 102981 w 392900"/>
                  <a:gd name="connsiteY12" fmla="*/ 129033 h 489095"/>
                  <a:gd name="connsiteX13" fmla="*/ 247433 w 392900"/>
                  <a:gd name="connsiteY13" fmla="*/ 0 h 489095"/>
                  <a:gd name="connsiteX0" fmla="*/ 247433 w 392899"/>
                  <a:gd name="connsiteY0" fmla="*/ 0 h 489095"/>
                  <a:gd name="connsiteX1" fmla="*/ 392859 w 392899"/>
                  <a:gd name="connsiteY1" fmla="*/ 187313 h 489095"/>
                  <a:gd name="connsiteX2" fmla="*/ 392763 w 392899"/>
                  <a:gd name="connsiteY2" fmla="*/ 222961 h 489095"/>
                  <a:gd name="connsiteX3" fmla="*/ 392859 w 392899"/>
                  <a:gd name="connsiteY3" fmla="*/ 489095 h 489095"/>
                  <a:gd name="connsiteX4" fmla="*/ 289878 w 392899"/>
                  <a:gd name="connsiteY4" fmla="*/ 489095 h 489095"/>
                  <a:gd name="connsiteX5" fmla="*/ 289878 w 392899"/>
                  <a:gd name="connsiteY5" fmla="*/ 312344 h 489095"/>
                  <a:gd name="connsiteX6" fmla="*/ 290295 w 392899"/>
                  <a:gd name="connsiteY6" fmla="*/ 116713 h 489095"/>
                  <a:gd name="connsiteX7" fmla="*/ 102981 w 392899"/>
                  <a:gd name="connsiteY7" fmla="*/ 192468 h 489095"/>
                  <a:gd name="connsiteX8" fmla="*/ 102981 w 392899"/>
                  <a:gd name="connsiteY8" fmla="*/ 489095 h 489095"/>
                  <a:gd name="connsiteX9" fmla="*/ 0 w 392899"/>
                  <a:gd name="connsiteY9" fmla="*/ 489095 h 489095"/>
                  <a:gd name="connsiteX10" fmla="*/ 0 w 392899"/>
                  <a:gd name="connsiteY10" fmla="*/ 21954 h 489095"/>
                  <a:gd name="connsiteX11" fmla="*/ 102981 w 392899"/>
                  <a:gd name="connsiteY11" fmla="*/ 21954 h 489095"/>
                  <a:gd name="connsiteX12" fmla="*/ 102981 w 392899"/>
                  <a:gd name="connsiteY12" fmla="*/ 129033 h 489095"/>
                  <a:gd name="connsiteX13" fmla="*/ 247433 w 392899"/>
                  <a:gd name="connsiteY13" fmla="*/ 0 h 489095"/>
                  <a:gd name="connsiteX0" fmla="*/ 247433 w 392899"/>
                  <a:gd name="connsiteY0" fmla="*/ 158 h 489253"/>
                  <a:gd name="connsiteX1" fmla="*/ 392859 w 392899"/>
                  <a:gd name="connsiteY1" fmla="*/ 187471 h 489253"/>
                  <a:gd name="connsiteX2" fmla="*/ 392763 w 392899"/>
                  <a:gd name="connsiteY2" fmla="*/ 223119 h 489253"/>
                  <a:gd name="connsiteX3" fmla="*/ 392859 w 392899"/>
                  <a:gd name="connsiteY3" fmla="*/ 489253 h 489253"/>
                  <a:gd name="connsiteX4" fmla="*/ 289878 w 392899"/>
                  <a:gd name="connsiteY4" fmla="*/ 489253 h 489253"/>
                  <a:gd name="connsiteX5" fmla="*/ 289878 w 392899"/>
                  <a:gd name="connsiteY5" fmla="*/ 312502 h 489253"/>
                  <a:gd name="connsiteX6" fmla="*/ 290295 w 392899"/>
                  <a:gd name="connsiteY6" fmla="*/ 116871 h 489253"/>
                  <a:gd name="connsiteX7" fmla="*/ 102981 w 392899"/>
                  <a:gd name="connsiteY7" fmla="*/ 192626 h 489253"/>
                  <a:gd name="connsiteX8" fmla="*/ 102981 w 392899"/>
                  <a:gd name="connsiteY8" fmla="*/ 489253 h 489253"/>
                  <a:gd name="connsiteX9" fmla="*/ 0 w 392899"/>
                  <a:gd name="connsiteY9" fmla="*/ 489253 h 489253"/>
                  <a:gd name="connsiteX10" fmla="*/ 0 w 392899"/>
                  <a:gd name="connsiteY10" fmla="*/ 22112 h 489253"/>
                  <a:gd name="connsiteX11" fmla="*/ 102981 w 392899"/>
                  <a:gd name="connsiteY11" fmla="*/ 22112 h 489253"/>
                  <a:gd name="connsiteX12" fmla="*/ 102981 w 392899"/>
                  <a:gd name="connsiteY12" fmla="*/ 129191 h 489253"/>
                  <a:gd name="connsiteX13" fmla="*/ 247433 w 392899"/>
                  <a:gd name="connsiteY13" fmla="*/ 158 h 489253"/>
                  <a:gd name="connsiteX0" fmla="*/ 247433 w 392916"/>
                  <a:gd name="connsiteY0" fmla="*/ 1872 h 490967"/>
                  <a:gd name="connsiteX1" fmla="*/ 392859 w 392916"/>
                  <a:gd name="connsiteY1" fmla="*/ 189185 h 490967"/>
                  <a:gd name="connsiteX2" fmla="*/ 392763 w 392916"/>
                  <a:gd name="connsiteY2" fmla="*/ 224833 h 490967"/>
                  <a:gd name="connsiteX3" fmla="*/ 392859 w 392916"/>
                  <a:gd name="connsiteY3" fmla="*/ 490967 h 490967"/>
                  <a:gd name="connsiteX4" fmla="*/ 289878 w 392916"/>
                  <a:gd name="connsiteY4" fmla="*/ 490967 h 490967"/>
                  <a:gd name="connsiteX5" fmla="*/ 289878 w 392916"/>
                  <a:gd name="connsiteY5" fmla="*/ 314216 h 490967"/>
                  <a:gd name="connsiteX6" fmla="*/ 290295 w 392916"/>
                  <a:gd name="connsiteY6" fmla="*/ 118585 h 490967"/>
                  <a:gd name="connsiteX7" fmla="*/ 102981 w 392916"/>
                  <a:gd name="connsiteY7" fmla="*/ 194340 h 490967"/>
                  <a:gd name="connsiteX8" fmla="*/ 102981 w 392916"/>
                  <a:gd name="connsiteY8" fmla="*/ 490967 h 490967"/>
                  <a:gd name="connsiteX9" fmla="*/ 0 w 392916"/>
                  <a:gd name="connsiteY9" fmla="*/ 490967 h 490967"/>
                  <a:gd name="connsiteX10" fmla="*/ 0 w 392916"/>
                  <a:gd name="connsiteY10" fmla="*/ 23826 h 490967"/>
                  <a:gd name="connsiteX11" fmla="*/ 102981 w 392916"/>
                  <a:gd name="connsiteY11" fmla="*/ 23826 h 490967"/>
                  <a:gd name="connsiteX12" fmla="*/ 102981 w 392916"/>
                  <a:gd name="connsiteY12" fmla="*/ 130905 h 490967"/>
                  <a:gd name="connsiteX13" fmla="*/ 247433 w 392916"/>
                  <a:gd name="connsiteY13" fmla="*/ 1872 h 490967"/>
                  <a:gd name="connsiteX0" fmla="*/ 247433 w 392898"/>
                  <a:gd name="connsiteY0" fmla="*/ 1018 h 490113"/>
                  <a:gd name="connsiteX1" fmla="*/ 392859 w 392898"/>
                  <a:gd name="connsiteY1" fmla="*/ 188331 h 490113"/>
                  <a:gd name="connsiteX2" fmla="*/ 392763 w 392898"/>
                  <a:gd name="connsiteY2" fmla="*/ 223979 h 490113"/>
                  <a:gd name="connsiteX3" fmla="*/ 392859 w 392898"/>
                  <a:gd name="connsiteY3" fmla="*/ 490113 h 490113"/>
                  <a:gd name="connsiteX4" fmla="*/ 289878 w 392898"/>
                  <a:gd name="connsiteY4" fmla="*/ 490113 h 490113"/>
                  <a:gd name="connsiteX5" fmla="*/ 289878 w 392898"/>
                  <a:gd name="connsiteY5" fmla="*/ 313362 h 490113"/>
                  <a:gd name="connsiteX6" fmla="*/ 290295 w 392898"/>
                  <a:gd name="connsiteY6" fmla="*/ 117731 h 490113"/>
                  <a:gd name="connsiteX7" fmla="*/ 102981 w 392898"/>
                  <a:gd name="connsiteY7" fmla="*/ 193486 h 490113"/>
                  <a:gd name="connsiteX8" fmla="*/ 102981 w 392898"/>
                  <a:gd name="connsiteY8" fmla="*/ 490113 h 490113"/>
                  <a:gd name="connsiteX9" fmla="*/ 0 w 392898"/>
                  <a:gd name="connsiteY9" fmla="*/ 490113 h 490113"/>
                  <a:gd name="connsiteX10" fmla="*/ 0 w 392898"/>
                  <a:gd name="connsiteY10" fmla="*/ 22972 h 490113"/>
                  <a:gd name="connsiteX11" fmla="*/ 102981 w 392898"/>
                  <a:gd name="connsiteY11" fmla="*/ 22972 h 490113"/>
                  <a:gd name="connsiteX12" fmla="*/ 102981 w 392898"/>
                  <a:gd name="connsiteY12" fmla="*/ 130051 h 490113"/>
                  <a:gd name="connsiteX13" fmla="*/ 247433 w 392898"/>
                  <a:gd name="connsiteY13" fmla="*/ 1018 h 490113"/>
                  <a:gd name="connsiteX0" fmla="*/ 247433 w 392898"/>
                  <a:gd name="connsiteY0" fmla="*/ 1018 h 490113"/>
                  <a:gd name="connsiteX1" fmla="*/ 392859 w 392898"/>
                  <a:gd name="connsiteY1" fmla="*/ 188331 h 490113"/>
                  <a:gd name="connsiteX2" fmla="*/ 392763 w 392898"/>
                  <a:gd name="connsiteY2" fmla="*/ 223979 h 490113"/>
                  <a:gd name="connsiteX3" fmla="*/ 392859 w 392898"/>
                  <a:gd name="connsiteY3" fmla="*/ 490113 h 490113"/>
                  <a:gd name="connsiteX4" fmla="*/ 289878 w 392898"/>
                  <a:gd name="connsiteY4" fmla="*/ 490113 h 490113"/>
                  <a:gd name="connsiteX5" fmla="*/ 289878 w 392898"/>
                  <a:gd name="connsiteY5" fmla="*/ 313362 h 490113"/>
                  <a:gd name="connsiteX6" fmla="*/ 290295 w 392898"/>
                  <a:gd name="connsiteY6" fmla="*/ 117731 h 490113"/>
                  <a:gd name="connsiteX7" fmla="*/ 102981 w 392898"/>
                  <a:gd name="connsiteY7" fmla="*/ 193486 h 490113"/>
                  <a:gd name="connsiteX8" fmla="*/ 102981 w 392898"/>
                  <a:gd name="connsiteY8" fmla="*/ 490113 h 490113"/>
                  <a:gd name="connsiteX9" fmla="*/ 0 w 392898"/>
                  <a:gd name="connsiteY9" fmla="*/ 490113 h 490113"/>
                  <a:gd name="connsiteX10" fmla="*/ 0 w 392898"/>
                  <a:gd name="connsiteY10" fmla="*/ 22972 h 490113"/>
                  <a:gd name="connsiteX11" fmla="*/ 102981 w 392898"/>
                  <a:gd name="connsiteY11" fmla="*/ 22972 h 490113"/>
                  <a:gd name="connsiteX12" fmla="*/ 102981 w 392898"/>
                  <a:gd name="connsiteY12" fmla="*/ 130051 h 490113"/>
                  <a:gd name="connsiteX13" fmla="*/ 247433 w 392898"/>
                  <a:gd name="connsiteY13" fmla="*/ 1018 h 490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2898" h="490113">
                    <a:moveTo>
                      <a:pt x="247433" y="1018"/>
                    </a:moveTo>
                    <a:cubicBezTo>
                      <a:pt x="290011" y="-795"/>
                      <a:pt x="395241" y="-17060"/>
                      <a:pt x="392859" y="188331"/>
                    </a:cubicBezTo>
                    <a:cubicBezTo>
                      <a:pt x="392631" y="207962"/>
                      <a:pt x="392795" y="212096"/>
                      <a:pt x="392763" y="223979"/>
                    </a:cubicBezTo>
                    <a:cubicBezTo>
                      <a:pt x="392795" y="312690"/>
                      <a:pt x="392827" y="401402"/>
                      <a:pt x="392859" y="490113"/>
                    </a:cubicBezTo>
                    <a:lnTo>
                      <a:pt x="289878" y="490113"/>
                    </a:lnTo>
                    <a:lnTo>
                      <a:pt x="289878" y="313362"/>
                    </a:lnTo>
                    <a:lnTo>
                      <a:pt x="290295" y="117731"/>
                    </a:lnTo>
                    <a:cubicBezTo>
                      <a:pt x="199614" y="47745"/>
                      <a:pt x="134200" y="131422"/>
                      <a:pt x="102981" y="193486"/>
                    </a:cubicBezTo>
                    <a:lnTo>
                      <a:pt x="102981" y="490113"/>
                    </a:lnTo>
                    <a:lnTo>
                      <a:pt x="0" y="490113"/>
                    </a:lnTo>
                    <a:lnTo>
                      <a:pt x="0" y="22972"/>
                    </a:lnTo>
                    <a:lnTo>
                      <a:pt x="102981" y="22972"/>
                    </a:lnTo>
                    <a:lnTo>
                      <a:pt x="102981" y="130051"/>
                    </a:lnTo>
                    <a:cubicBezTo>
                      <a:pt x="127056" y="40667"/>
                      <a:pt x="204855" y="2831"/>
                      <a:pt x="247433" y="101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800"/>
              </a:p>
            </p:txBody>
          </p:sp>
        </p:grpSp>
      </p:grpSp>
      <p:sp>
        <p:nvSpPr>
          <p:cNvPr id="28" name="Title 2">
            <a:extLst>
              <a:ext uri="{FF2B5EF4-FFF2-40B4-BE49-F238E27FC236}">
                <a16:creationId xmlns:a16="http://schemas.microsoft.com/office/drawing/2014/main" id="{40668AD5-131E-4C4E-BB22-7CDF89ADCF86}"/>
              </a:ext>
            </a:extLst>
          </p:cNvPr>
          <p:cNvSpPr>
            <a:spLocks noGrp="1"/>
          </p:cNvSpPr>
          <p:nvPr>
            <p:ph type="title"/>
          </p:nvPr>
        </p:nvSpPr>
        <p:spPr>
          <a:xfrm>
            <a:off x="358139" y="382041"/>
            <a:ext cx="10587228" cy="900000"/>
          </a:xfrm>
          <a:prstGeom prst="rect">
            <a:avLst/>
          </a:prstGeom>
        </p:spPr>
        <p:txBody>
          <a:bodyPr anchor="t"/>
          <a:lstStyle>
            <a:lvl1pPr>
              <a:lnSpc>
                <a:spcPct val="80000"/>
              </a:lnSpc>
              <a:defRPr sz="2400" b="1">
                <a:latin typeface="+mj-lt"/>
              </a:defRPr>
            </a:lvl1pPr>
          </a:lstStyle>
          <a:p>
            <a:r>
              <a:rPr lang="en-SG" noProof="0"/>
              <a:t>Click to edit Master title style</a:t>
            </a:r>
          </a:p>
        </p:txBody>
      </p:sp>
      <p:pic>
        <p:nvPicPr>
          <p:cNvPr id="29" name="Picture 28" descr="A picture containing object, colorful, checker, colored&#10;&#10;Description automatically generated">
            <a:extLst>
              <a:ext uri="{FF2B5EF4-FFF2-40B4-BE49-F238E27FC236}">
                <a16:creationId xmlns:a16="http://schemas.microsoft.com/office/drawing/2014/main" id="{2D01955B-180A-441A-9E8B-7E84D8AC4F0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0"/>
            <a:ext cx="3580882" cy="228600"/>
          </a:xfrm>
          <a:prstGeom prst="rect">
            <a:avLst/>
          </a:prstGeom>
        </p:spPr>
      </p:pic>
      <p:sp>
        <p:nvSpPr>
          <p:cNvPr id="32" name="Slide Number Placeholder 5">
            <a:extLst>
              <a:ext uri="{FF2B5EF4-FFF2-40B4-BE49-F238E27FC236}">
                <a16:creationId xmlns:a16="http://schemas.microsoft.com/office/drawing/2014/main" id="{5841E698-5E0A-4CA3-B05C-61D01DA1EC91}"/>
              </a:ext>
            </a:extLst>
          </p:cNvPr>
          <p:cNvSpPr txBox="1">
            <a:spLocks/>
          </p:cNvSpPr>
          <p:nvPr userDrawn="1"/>
        </p:nvSpPr>
        <p:spPr>
          <a:xfrm>
            <a:off x="11747500" y="6577749"/>
            <a:ext cx="444500" cy="280251"/>
          </a:xfrm>
          <a:prstGeom prst="rect">
            <a:avLst/>
          </a:prstGeom>
        </p:spPr>
        <p:txBody>
          <a:bodyPr lIns="91440" tIns="45720" rIns="91440" bIns="45720"/>
          <a:lstStyle>
            <a:defPPr>
              <a:defRPr lang="en-US"/>
            </a:defPPr>
            <a:lvl1pPr marL="0" algn="r" defTabSz="342900" rtl="0" eaLnBrk="1" latinLnBrk="0" hangingPunct="1">
              <a:defRPr sz="900" kern="1200">
                <a:solidFill>
                  <a:schemeClr val="bg1"/>
                </a:solidFill>
                <a:latin typeface="MS Reference Sans Serif" panose="020B0604030504040204" pitchFamily="34" charset="0"/>
                <a:ea typeface="+mn-ea"/>
                <a:cs typeface="Arial" pitchFamily="34" charset="0"/>
              </a:defRPr>
            </a:lvl1pPr>
            <a:lvl2pPr marL="342900" algn="l" defTabSz="342900" rtl="0" eaLnBrk="1" latinLnBrk="0" hangingPunct="1">
              <a:defRPr sz="1400" kern="1200">
                <a:solidFill>
                  <a:schemeClr val="tx1"/>
                </a:solidFill>
                <a:latin typeface="+mn-lt"/>
                <a:ea typeface="+mn-ea"/>
                <a:cs typeface="+mn-cs"/>
              </a:defRPr>
            </a:lvl2pPr>
            <a:lvl3pPr marL="685800" algn="l" defTabSz="342900" rtl="0" eaLnBrk="1" latinLnBrk="0" hangingPunct="1">
              <a:defRPr sz="1400" kern="1200">
                <a:solidFill>
                  <a:schemeClr val="tx1"/>
                </a:solidFill>
                <a:latin typeface="+mn-lt"/>
                <a:ea typeface="+mn-ea"/>
                <a:cs typeface="+mn-cs"/>
              </a:defRPr>
            </a:lvl3pPr>
            <a:lvl4pPr marL="1028700" algn="l" defTabSz="342900" rtl="0" eaLnBrk="1" latinLnBrk="0" hangingPunct="1">
              <a:defRPr sz="1400" kern="1200">
                <a:solidFill>
                  <a:schemeClr val="tx1"/>
                </a:solidFill>
                <a:latin typeface="+mn-lt"/>
                <a:ea typeface="+mn-ea"/>
                <a:cs typeface="+mn-cs"/>
              </a:defRPr>
            </a:lvl4pPr>
            <a:lvl5pPr marL="1371600" algn="l" defTabSz="342900" rtl="0" eaLnBrk="1" latinLnBrk="0" hangingPunct="1">
              <a:defRPr sz="1400" kern="1200">
                <a:solidFill>
                  <a:schemeClr val="tx1"/>
                </a:solidFill>
                <a:latin typeface="+mn-lt"/>
                <a:ea typeface="+mn-ea"/>
                <a:cs typeface="+mn-cs"/>
              </a:defRPr>
            </a:lvl5pPr>
            <a:lvl6pPr marL="1714500" algn="l" defTabSz="342900" rtl="0" eaLnBrk="1" latinLnBrk="0" hangingPunct="1">
              <a:defRPr sz="1400" kern="1200">
                <a:solidFill>
                  <a:schemeClr val="tx1"/>
                </a:solidFill>
                <a:latin typeface="+mn-lt"/>
                <a:ea typeface="+mn-ea"/>
                <a:cs typeface="+mn-cs"/>
              </a:defRPr>
            </a:lvl6pPr>
            <a:lvl7pPr marL="2057400" algn="l" defTabSz="342900" rtl="0" eaLnBrk="1" latinLnBrk="0" hangingPunct="1">
              <a:defRPr sz="1400" kern="1200">
                <a:solidFill>
                  <a:schemeClr val="tx1"/>
                </a:solidFill>
                <a:latin typeface="+mn-lt"/>
                <a:ea typeface="+mn-ea"/>
                <a:cs typeface="+mn-cs"/>
              </a:defRPr>
            </a:lvl7pPr>
            <a:lvl8pPr marL="2400300" algn="l" defTabSz="342900" rtl="0" eaLnBrk="1" latinLnBrk="0" hangingPunct="1">
              <a:defRPr sz="1400" kern="1200">
                <a:solidFill>
                  <a:schemeClr val="tx1"/>
                </a:solidFill>
                <a:latin typeface="+mn-lt"/>
                <a:ea typeface="+mn-ea"/>
                <a:cs typeface="+mn-cs"/>
              </a:defRPr>
            </a:lvl8pPr>
            <a:lvl9pPr marL="2743200" algn="l" defTabSz="342900" rtl="0" eaLnBrk="1" latinLnBrk="0" hangingPunct="1">
              <a:defRPr sz="1400" kern="1200">
                <a:solidFill>
                  <a:schemeClr val="tx1"/>
                </a:solidFill>
                <a:latin typeface="+mn-lt"/>
                <a:ea typeface="+mn-ea"/>
                <a:cs typeface="+mn-cs"/>
              </a:defRPr>
            </a:lvl9pPr>
          </a:lstStyle>
          <a:p>
            <a:pPr algn="ctr">
              <a:defRPr/>
            </a:pPr>
            <a:fld id="{FE1620DE-1103-4FD4-AC58-8EA3D2B48B41}" type="slidenum">
              <a:rPr lang="en-SG" sz="1000" smtClean="0">
                <a:solidFill>
                  <a:schemeClr val="tx1"/>
                </a:solidFill>
                <a:latin typeface="+mn-lt"/>
                <a:cs typeface="Calibri" panose="020F0502020204030204" pitchFamily="34" charset="0"/>
              </a:rPr>
              <a:t>‹#›</a:t>
            </a:fld>
            <a:endParaRPr lang="en-SG" sz="1067">
              <a:solidFill>
                <a:schemeClr val="tx1"/>
              </a:solidFill>
              <a:latin typeface="+mn-lt"/>
              <a:cs typeface="Calibri" panose="020F0502020204030204" pitchFamily="34" charset="0"/>
            </a:endParaRPr>
          </a:p>
        </p:txBody>
      </p:sp>
    </p:spTree>
    <p:extLst>
      <p:ext uri="{BB962C8B-B14F-4D97-AF65-F5344CB8AC3E}">
        <p14:creationId xmlns:p14="http://schemas.microsoft.com/office/powerpoint/2010/main" val="42720183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4619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70">
          <p15:clr>
            <a:srgbClr val="F26B43"/>
          </p15:clr>
        </p15:guide>
        <p15:guide id="3" pos="7310">
          <p15:clr>
            <a:srgbClr val="F26B43"/>
          </p15:clr>
        </p15:guide>
        <p15:guide id="4" pos="1422">
          <p15:clr>
            <a:srgbClr val="F26B43"/>
          </p15:clr>
        </p15:guide>
        <p15:guide id="5" pos="1549">
          <p15:clr>
            <a:srgbClr val="F26B43"/>
          </p15:clr>
        </p15:guide>
        <p15:guide id="6" pos="2605">
          <p15:clr>
            <a:srgbClr val="F26B43"/>
          </p15:clr>
        </p15:guide>
        <p15:guide id="7" pos="2720">
          <p15:clr>
            <a:srgbClr val="F26B43"/>
          </p15:clr>
        </p15:guide>
        <p15:guide id="8" pos="3772">
          <p15:clr>
            <a:srgbClr val="F26B43"/>
          </p15:clr>
        </p15:guide>
        <p15:guide id="9" pos="3897">
          <p15:clr>
            <a:srgbClr val="F26B43"/>
          </p15:clr>
        </p15:guide>
        <p15:guide id="10" pos="4951">
          <p15:clr>
            <a:srgbClr val="F26B43"/>
          </p15:clr>
        </p15:guide>
        <p15:guide id="11" pos="5074">
          <p15:clr>
            <a:srgbClr val="F26B43"/>
          </p15:clr>
        </p15:guide>
        <p15:guide id="12" pos="6131">
          <p15:clr>
            <a:srgbClr val="F26B43"/>
          </p15:clr>
        </p15:guide>
        <p15:guide id="13" pos="6244">
          <p15:clr>
            <a:srgbClr val="F26B43"/>
          </p15:clr>
        </p15:guide>
        <p15:guide id="14" pos="1980">
          <p15:clr>
            <a:srgbClr val="F26B43"/>
          </p15:clr>
        </p15:guide>
        <p15:guide id="15" pos="2139">
          <p15:clr>
            <a:srgbClr val="F26B43"/>
          </p15:clr>
        </p15:guide>
        <p15:guide id="16" pos="5541">
          <p15:clr>
            <a:srgbClr val="F26B43"/>
          </p15:clr>
        </p15:guide>
        <p15:guide id="17" pos="5677">
          <p15:clr>
            <a:srgbClr val="F26B43"/>
          </p15:clr>
        </p15:guide>
        <p15:guide id="18" orient="horz" pos="35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6" Type="http://schemas.openxmlformats.org/officeDocument/2006/relationships/image" Target="../media/image38.png"/><Relationship Id="rId21" Type="http://schemas.openxmlformats.org/officeDocument/2006/relationships/image" Target="../media/image33.jpeg"/><Relationship Id="rId34" Type="http://schemas.openxmlformats.org/officeDocument/2006/relationships/image" Target="../media/image46.png"/><Relationship Id="rId42" Type="http://schemas.openxmlformats.org/officeDocument/2006/relationships/image" Target="../media/image54.jpeg"/><Relationship Id="rId47" Type="http://schemas.openxmlformats.org/officeDocument/2006/relationships/image" Target="../media/image59.png"/><Relationship Id="rId50" Type="http://schemas.openxmlformats.org/officeDocument/2006/relationships/image" Target="../media/image62.png"/><Relationship Id="rId55" Type="http://schemas.openxmlformats.org/officeDocument/2006/relationships/image" Target="../media/image67.png"/><Relationship Id="rId63" Type="http://schemas.openxmlformats.org/officeDocument/2006/relationships/image" Target="../media/image75.png"/><Relationship Id="rId7" Type="http://schemas.openxmlformats.org/officeDocument/2006/relationships/image" Target="../media/image19.jpeg"/><Relationship Id="rId2" Type="http://schemas.openxmlformats.org/officeDocument/2006/relationships/image" Target="../media/image14.jpeg"/><Relationship Id="rId16" Type="http://schemas.openxmlformats.org/officeDocument/2006/relationships/image" Target="../media/image28.png"/><Relationship Id="rId29" Type="http://schemas.openxmlformats.org/officeDocument/2006/relationships/image" Target="../media/image41.png"/><Relationship Id="rId11" Type="http://schemas.openxmlformats.org/officeDocument/2006/relationships/image" Target="../media/image23.png"/><Relationship Id="rId24" Type="http://schemas.openxmlformats.org/officeDocument/2006/relationships/image" Target="../media/image36.png"/><Relationship Id="rId32" Type="http://schemas.openxmlformats.org/officeDocument/2006/relationships/image" Target="../media/image44.png"/><Relationship Id="rId37" Type="http://schemas.openxmlformats.org/officeDocument/2006/relationships/image" Target="../media/image49.jpeg"/><Relationship Id="rId40" Type="http://schemas.openxmlformats.org/officeDocument/2006/relationships/image" Target="../media/image52.jpeg"/><Relationship Id="rId45" Type="http://schemas.openxmlformats.org/officeDocument/2006/relationships/image" Target="../media/image57.png"/><Relationship Id="rId53" Type="http://schemas.openxmlformats.org/officeDocument/2006/relationships/image" Target="../media/image65.png"/><Relationship Id="rId58" Type="http://schemas.openxmlformats.org/officeDocument/2006/relationships/image" Target="../media/image70.png"/><Relationship Id="rId66" Type="http://schemas.openxmlformats.org/officeDocument/2006/relationships/image" Target="../media/image78.png"/><Relationship Id="rId5" Type="http://schemas.openxmlformats.org/officeDocument/2006/relationships/image" Target="../media/image17.png"/><Relationship Id="rId61" Type="http://schemas.openxmlformats.org/officeDocument/2006/relationships/image" Target="../media/image73.png"/><Relationship Id="rId19" Type="http://schemas.openxmlformats.org/officeDocument/2006/relationships/image" Target="../media/image31.jpe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 Id="rId30" Type="http://schemas.openxmlformats.org/officeDocument/2006/relationships/image" Target="../media/image42.png"/><Relationship Id="rId35" Type="http://schemas.openxmlformats.org/officeDocument/2006/relationships/image" Target="../media/image47.png"/><Relationship Id="rId43" Type="http://schemas.openxmlformats.org/officeDocument/2006/relationships/image" Target="../media/image55.png"/><Relationship Id="rId48" Type="http://schemas.openxmlformats.org/officeDocument/2006/relationships/image" Target="../media/image60.jpeg"/><Relationship Id="rId56" Type="http://schemas.openxmlformats.org/officeDocument/2006/relationships/image" Target="../media/image68.png"/><Relationship Id="rId64" Type="http://schemas.openxmlformats.org/officeDocument/2006/relationships/image" Target="../media/image76.png"/><Relationship Id="rId8" Type="http://schemas.openxmlformats.org/officeDocument/2006/relationships/image" Target="../media/image20.png"/><Relationship Id="rId51" Type="http://schemas.openxmlformats.org/officeDocument/2006/relationships/image" Target="../media/image63.png"/><Relationship Id="rId3" Type="http://schemas.openxmlformats.org/officeDocument/2006/relationships/image" Target="../media/image15.jpe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33" Type="http://schemas.openxmlformats.org/officeDocument/2006/relationships/image" Target="../media/image45.png"/><Relationship Id="rId38" Type="http://schemas.openxmlformats.org/officeDocument/2006/relationships/image" Target="../media/image50.png"/><Relationship Id="rId46" Type="http://schemas.openxmlformats.org/officeDocument/2006/relationships/image" Target="../media/image58.jpeg"/><Relationship Id="rId59" Type="http://schemas.openxmlformats.org/officeDocument/2006/relationships/image" Target="../media/image71.png"/><Relationship Id="rId67" Type="http://schemas.openxmlformats.org/officeDocument/2006/relationships/image" Target="../media/image79.jpeg"/><Relationship Id="rId20" Type="http://schemas.openxmlformats.org/officeDocument/2006/relationships/image" Target="../media/image32.png"/><Relationship Id="rId41" Type="http://schemas.openxmlformats.org/officeDocument/2006/relationships/image" Target="../media/image53.png"/><Relationship Id="rId54" Type="http://schemas.openxmlformats.org/officeDocument/2006/relationships/image" Target="../media/image66.jpeg"/><Relationship Id="rId62" Type="http://schemas.openxmlformats.org/officeDocument/2006/relationships/image" Target="../media/image74.png"/><Relationship Id="rId1" Type="http://schemas.openxmlformats.org/officeDocument/2006/relationships/slideLayout" Target="../slideLayouts/slideLayout10.xml"/><Relationship Id="rId6" Type="http://schemas.openxmlformats.org/officeDocument/2006/relationships/image" Target="../media/image18.png"/><Relationship Id="rId15" Type="http://schemas.openxmlformats.org/officeDocument/2006/relationships/image" Target="../media/image27.png"/><Relationship Id="rId23" Type="http://schemas.openxmlformats.org/officeDocument/2006/relationships/image" Target="../media/image35.jpeg"/><Relationship Id="rId28" Type="http://schemas.openxmlformats.org/officeDocument/2006/relationships/image" Target="../media/image40.png"/><Relationship Id="rId36" Type="http://schemas.openxmlformats.org/officeDocument/2006/relationships/image" Target="../media/image48.png"/><Relationship Id="rId49" Type="http://schemas.openxmlformats.org/officeDocument/2006/relationships/image" Target="../media/image61.png"/><Relationship Id="rId57" Type="http://schemas.openxmlformats.org/officeDocument/2006/relationships/image" Target="../media/image69.jpeg"/><Relationship Id="rId10" Type="http://schemas.openxmlformats.org/officeDocument/2006/relationships/image" Target="../media/image22.png"/><Relationship Id="rId31" Type="http://schemas.openxmlformats.org/officeDocument/2006/relationships/image" Target="../media/image43.png"/><Relationship Id="rId44" Type="http://schemas.openxmlformats.org/officeDocument/2006/relationships/image" Target="../media/image56.png"/><Relationship Id="rId52" Type="http://schemas.openxmlformats.org/officeDocument/2006/relationships/image" Target="../media/image64.png"/><Relationship Id="rId60" Type="http://schemas.openxmlformats.org/officeDocument/2006/relationships/image" Target="../media/image72.jpeg"/><Relationship Id="rId65" Type="http://schemas.openxmlformats.org/officeDocument/2006/relationships/image" Target="../media/image77.png"/><Relationship Id="rId4" Type="http://schemas.openxmlformats.org/officeDocument/2006/relationships/image" Target="../media/image16.png"/><Relationship Id="rId9" Type="http://schemas.openxmlformats.org/officeDocument/2006/relationships/image" Target="../media/image21.png"/><Relationship Id="rId13" Type="http://schemas.openxmlformats.org/officeDocument/2006/relationships/image" Target="../media/image25.jpeg"/><Relationship Id="rId18" Type="http://schemas.openxmlformats.org/officeDocument/2006/relationships/image" Target="../media/image30.png"/><Relationship Id="rId39" Type="http://schemas.openxmlformats.org/officeDocument/2006/relationships/image" Target="../media/image51.jpeg"/></Relationships>
</file>

<file path=ppt/slides/_rels/slide4.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80.png"/><Relationship Id="rId1" Type="http://schemas.openxmlformats.org/officeDocument/2006/relationships/slideLayout" Target="../slideLayouts/slideLayout10.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8BBA7-6DE7-465A-9105-9BD48A220702}"/>
              </a:ext>
            </a:extLst>
          </p:cNvPr>
          <p:cNvSpPr>
            <a:spLocks noGrp="1"/>
          </p:cNvSpPr>
          <p:nvPr>
            <p:ph type="title"/>
          </p:nvPr>
        </p:nvSpPr>
        <p:spPr/>
        <p:txBody>
          <a:bodyPr/>
          <a:lstStyle/>
          <a:p>
            <a:r>
              <a:rPr lang="en-US"/>
              <a:t>NEXT DATA Capabilities</a:t>
            </a:r>
            <a:br>
              <a:rPr lang="en-US"/>
            </a:br>
            <a:r>
              <a:rPr lang="en-US" sz="2000" b="0" i="1">
                <a:solidFill>
                  <a:schemeClr val="bg1">
                    <a:lumMod val="65000"/>
                  </a:schemeClr>
                </a:solidFill>
              </a:rPr>
              <a:t>Co-create successful Data Analytics solutions tailored to your needs, with our analytics team</a:t>
            </a:r>
            <a:endParaRPr lang="en-SG" b="0" i="1">
              <a:solidFill>
                <a:schemeClr val="bg1">
                  <a:lumMod val="65000"/>
                </a:schemeClr>
              </a:solidFill>
            </a:endParaRPr>
          </a:p>
        </p:txBody>
      </p:sp>
      <p:grpSp>
        <p:nvGrpSpPr>
          <p:cNvPr id="3" name="Group 2">
            <a:extLst>
              <a:ext uri="{FF2B5EF4-FFF2-40B4-BE49-F238E27FC236}">
                <a16:creationId xmlns:a16="http://schemas.microsoft.com/office/drawing/2014/main" id="{832CF5BB-AD3C-4BCA-ACB7-E107ECF8C35F}"/>
              </a:ext>
            </a:extLst>
          </p:cNvPr>
          <p:cNvGrpSpPr/>
          <p:nvPr/>
        </p:nvGrpSpPr>
        <p:grpSpPr>
          <a:xfrm>
            <a:off x="6042000" y="3430736"/>
            <a:ext cx="5795785" cy="1420976"/>
            <a:chOff x="6042000" y="3651161"/>
            <a:chExt cx="5795785" cy="1420976"/>
          </a:xfrm>
        </p:grpSpPr>
        <p:cxnSp>
          <p:nvCxnSpPr>
            <p:cNvPr id="4" name="Straight Connector 3">
              <a:extLst>
                <a:ext uri="{FF2B5EF4-FFF2-40B4-BE49-F238E27FC236}">
                  <a16:creationId xmlns:a16="http://schemas.microsoft.com/office/drawing/2014/main" id="{FE7AF739-0412-490D-A3AF-A19D2FD6F5EA}"/>
                </a:ext>
              </a:extLst>
            </p:cNvPr>
            <p:cNvCxnSpPr>
              <a:cxnSpLocks/>
            </p:cNvCxnSpPr>
            <p:nvPr/>
          </p:nvCxnSpPr>
          <p:spPr>
            <a:xfrm>
              <a:off x="6150000" y="4162567"/>
              <a:ext cx="1210052" cy="0"/>
            </a:xfrm>
            <a:prstGeom prst="line">
              <a:avLst/>
            </a:prstGeom>
            <a:noFill/>
            <a:ln w="12700" cap="flat" cmpd="sng" algn="ctr">
              <a:solidFill>
                <a:srgbClr val="39579F">
                  <a:lumMod val="75000"/>
                </a:srgbClr>
              </a:solidFill>
              <a:prstDash val="dash"/>
              <a:miter lim="800000"/>
            </a:ln>
            <a:effectLst/>
          </p:spPr>
        </p:cxnSp>
        <p:sp>
          <p:nvSpPr>
            <p:cNvPr id="5" name="Oval 4">
              <a:extLst>
                <a:ext uri="{FF2B5EF4-FFF2-40B4-BE49-F238E27FC236}">
                  <a16:creationId xmlns:a16="http://schemas.microsoft.com/office/drawing/2014/main" id="{7E86C4AB-14F5-435E-A36D-F29A16248F27}"/>
                </a:ext>
              </a:extLst>
            </p:cNvPr>
            <p:cNvSpPr/>
            <p:nvPr/>
          </p:nvSpPr>
          <p:spPr>
            <a:xfrm>
              <a:off x="6042000" y="4109331"/>
              <a:ext cx="108000" cy="108000"/>
            </a:xfrm>
            <a:prstGeom prst="ellipse">
              <a:avLst/>
            </a:prstGeom>
            <a:solidFill>
              <a:srgbClr val="39579F">
                <a:lumMod val="75000"/>
              </a:srgbClr>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 name="Oval 5">
              <a:extLst>
                <a:ext uri="{FF2B5EF4-FFF2-40B4-BE49-F238E27FC236}">
                  <a16:creationId xmlns:a16="http://schemas.microsoft.com/office/drawing/2014/main" id="{BDD45CF6-A979-4EED-8A48-5B0F34B06FA7}"/>
                </a:ext>
              </a:extLst>
            </p:cNvPr>
            <p:cNvSpPr/>
            <p:nvPr/>
          </p:nvSpPr>
          <p:spPr>
            <a:xfrm>
              <a:off x="6346090" y="3698341"/>
              <a:ext cx="900000" cy="900000"/>
            </a:xfrm>
            <a:prstGeom prst="ellipse">
              <a:avLst/>
            </a:prstGeom>
            <a:solidFill>
              <a:schemeClr val="tx2"/>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 name="Rectangle: Single Corner Rounded 6">
              <a:extLst>
                <a:ext uri="{FF2B5EF4-FFF2-40B4-BE49-F238E27FC236}">
                  <a16:creationId xmlns:a16="http://schemas.microsoft.com/office/drawing/2014/main" id="{92F91670-35F6-44F3-830D-CB94303B28EB}"/>
                </a:ext>
              </a:extLst>
            </p:cNvPr>
            <p:cNvSpPr/>
            <p:nvPr/>
          </p:nvSpPr>
          <p:spPr>
            <a:xfrm flipH="1">
              <a:off x="7360054" y="3651161"/>
              <a:ext cx="4477731" cy="340977"/>
            </a:xfrm>
            <a:prstGeom prst="round1Rect">
              <a:avLst>
                <a:gd name="adj" fmla="val 50000"/>
              </a:avLst>
            </a:prstGeom>
            <a:solidFill>
              <a:schemeClr val="tx2"/>
            </a:solidFill>
            <a:ln w="12700" cap="flat" cmpd="sng" algn="ctr">
              <a:noFill/>
              <a:prstDash val="solid"/>
              <a:miter lim="800000"/>
            </a:ln>
            <a:effectLst/>
          </p:spPr>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0" cap="none" spc="0" normalizeH="0" baseline="0" noProof="0">
                  <a:ln>
                    <a:noFill/>
                  </a:ln>
                  <a:solidFill>
                    <a:srgbClr val="FFFFFF"/>
                  </a:solidFill>
                  <a:effectLst/>
                  <a:uLnTx/>
                  <a:uFillTx/>
                  <a:latin typeface="Ubuntu" panose="020B0504030602030204" pitchFamily="34" charset="0"/>
                  <a:ea typeface="+mn-ea"/>
                  <a:cs typeface="+mn-cs"/>
                </a:rPr>
                <a:t>Our Analytics Technology Competencies</a:t>
              </a:r>
            </a:p>
          </p:txBody>
        </p:sp>
        <p:sp>
          <p:nvSpPr>
            <p:cNvPr id="8" name="Rectangle 7">
              <a:extLst>
                <a:ext uri="{FF2B5EF4-FFF2-40B4-BE49-F238E27FC236}">
                  <a16:creationId xmlns:a16="http://schemas.microsoft.com/office/drawing/2014/main" id="{D30F832B-6D61-4CD3-99C5-4FDDFD93B804}"/>
                </a:ext>
              </a:extLst>
            </p:cNvPr>
            <p:cNvSpPr/>
            <p:nvPr/>
          </p:nvSpPr>
          <p:spPr>
            <a:xfrm>
              <a:off x="7360054" y="3992137"/>
              <a:ext cx="4477731" cy="1080000"/>
            </a:xfrm>
            <a:prstGeom prst="rect">
              <a:avLst/>
            </a:prstGeom>
            <a:solidFill>
              <a:schemeClr val="tx2">
                <a:lumMod val="10000"/>
                <a:lumOff val="90000"/>
              </a:schemeClr>
            </a:solidFill>
            <a:ln w="12700" cap="flat" cmpd="sng" algn="ctr">
              <a:noFill/>
              <a:prstDash val="solid"/>
              <a:miter lim="800000"/>
            </a:ln>
            <a:effectLst/>
          </p:spPr>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0" cap="none" spc="0" normalizeH="0" baseline="0" noProof="0">
                  <a:ln>
                    <a:noFill/>
                  </a:ln>
                  <a:solidFill>
                    <a:srgbClr val="000000"/>
                  </a:solidFill>
                  <a:effectLst/>
                  <a:uLnTx/>
                  <a:uFillTx/>
                  <a:latin typeface="Ubuntu"/>
                  <a:ea typeface="+mn-ea"/>
                  <a:cs typeface="+mn-cs"/>
                </a:rPr>
                <a:t>Alteryx, Cloudera, DataRobot, Dataiku, Denodo, H2O.ai, IBM, Informatica, Microsoft, MicroStrategy, Oracle, Python, Qlik/Talend, R, SAP, SAS, Spark, Tableau, ThoughtSpot etc.</a:t>
              </a:r>
            </a:p>
          </p:txBody>
        </p:sp>
        <p:sp>
          <p:nvSpPr>
            <p:cNvPr id="9" name="Oval 8">
              <a:extLst>
                <a:ext uri="{FF2B5EF4-FFF2-40B4-BE49-F238E27FC236}">
                  <a16:creationId xmlns:a16="http://schemas.microsoft.com/office/drawing/2014/main" id="{59346DF1-B7C1-4BFC-927A-ADE532689A95}"/>
                </a:ext>
              </a:extLst>
            </p:cNvPr>
            <p:cNvSpPr/>
            <p:nvPr/>
          </p:nvSpPr>
          <p:spPr>
            <a:xfrm>
              <a:off x="6292090" y="3653229"/>
              <a:ext cx="1008000" cy="1008000"/>
            </a:xfrm>
            <a:prstGeom prst="ellipse">
              <a:avLst/>
            </a:prstGeom>
            <a:noFill/>
            <a:ln w="12700" cap="flat" cmpd="sng" algn="ctr">
              <a:solidFill>
                <a:srgbClr val="39579F">
                  <a:lumMod val="75000"/>
                </a:srgb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0" name="Freeform 669">
              <a:extLst>
                <a:ext uri="{FF2B5EF4-FFF2-40B4-BE49-F238E27FC236}">
                  <a16:creationId xmlns:a16="http://schemas.microsoft.com/office/drawing/2014/main" id="{43E1FE09-B450-4169-A2B1-5BB31F2A86FE}"/>
                </a:ext>
              </a:extLst>
            </p:cNvPr>
            <p:cNvSpPr>
              <a:spLocks noEditPoints="1"/>
            </p:cNvSpPr>
            <p:nvPr/>
          </p:nvSpPr>
          <p:spPr bwMode="auto">
            <a:xfrm>
              <a:off x="6516634" y="3930666"/>
              <a:ext cx="597413" cy="531601"/>
            </a:xfrm>
            <a:custGeom>
              <a:avLst/>
              <a:gdLst>
                <a:gd name="T0" fmla="*/ 1863 w 1871"/>
                <a:gd name="T1" fmla="*/ 1042 h 1664"/>
                <a:gd name="T2" fmla="*/ 1866 w 1871"/>
                <a:gd name="T3" fmla="*/ 1036 h 1664"/>
                <a:gd name="T4" fmla="*/ 1869 w 1871"/>
                <a:gd name="T5" fmla="*/ 1031 h 1664"/>
                <a:gd name="T6" fmla="*/ 1871 w 1871"/>
                <a:gd name="T7" fmla="*/ 1025 h 1664"/>
                <a:gd name="T8" fmla="*/ 1871 w 1871"/>
                <a:gd name="T9" fmla="*/ 1019 h 1664"/>
                <a:gd name="T10" fmla="*/ 1871 w 1871"/>
                <a:gd name="T11" fmla="*/ 1012 h 1664"/>
                <a:gd name="T12" fmla="*/ 1871 w 1871"/>
                <a:gd name="T13" fmla="*/ 1006 h 1664"/>
                <a:gd name="T14" fmla="*/ 1869 w 1871"/>
                <a:gd name="T15" fmla="*/ 1001 h 1664"/>
                <a:gd name="T16" fmla="*/ 1565 w 1871"/>
                <a:gd name="T17" fmla="*/ 33 h 1664"/>
                <a:gd name="T18" fmla="*/ 1562 w 1871"/>
                <a:gd name="T19" fmla="*/ 27 h 1664"/>
                <a:gd name="T20" fmla="*/ 1556 w 1871"/>
                <a:gd name="T21" fmla="*/ 18 h 1664"/>
                <a:gd name="T22" fmla="*/ 1547 w 1871"/>
                <a:gd name="T23" fmla="*/ 9 h 1664"/>
                <a:gd name="T24" fmla="*/ 1539 w 1871"/>
                <a:gd name="T25" fmla="*/ 4 h 1664"/>
                <a:gd name="T26" fmla="*/ 1532 w 1871"/>
                <a:gd name="T27" fmla="*/ 1 h 1664"/>
                <a:gd name="T28" fmla="*/ 1520 w 1871"/>
                <a:gd name="T29" fmla="*/ 0 h 1664"/>
                <a:gd name="T30" fmla="*/ 742 w 1871"/>
                <a:gd name="T31" fmla="*/ 28 h 1664"/>
                <a:gd name="T32" fmla="*/ 406 w 1871"/>
                <a:gd name="T33" fmla="*/ 33 h 1664"/>
                <a:gd name="T34" fmla="*/ 22 w 1871"/>
                <a:gd name="T35" fmla="*/ 219 h 1664"/>
                <a:gd name="T36" fmla="*/ 16 w 1871"/>
                <a:gd name="T37" fmla="*/ 223 h 1664"/>
                <a:gd name="T38" fmla="*/ 12 w 1871"/>
                <a:gd name="T39" fmla="*/ 228 h 1664"/>
                <a:gd name="T40" fmla="*/ 7 w 1871"/>
                <a:gd name="T41" fmla="*/ 235 h 1664"/>
                <a:gd name="T42" fmla="*/ 4 w 1871"/>
                <a:gd name="T43" fmla="*/ 240 h 1664"/>
                <a:gd name="T44" fmla="*/ 1 w 1871"/>
                <a:gd name="T45" fmla="*/ 250 h 1664"/>
                <a:gd name="T46" fmla="*/ 0 w 1871"/>
                <a:gd name="T47" fmla="*/ 261 h 1664"/>
                <a:gd name="T48" fmla="*/ 15 w 1871"/>
                <a:gd name="T49" fmla="*/ 1229 h 1664"/>
                <a:gd name="T50" fmla="*/ 782 w 1871"/>
                <a:gd name="T51" fmla="*/ 1658 h 1664"/>
                <a:gd name="T52" fmla="*/ 788 w 1871"/>
                <a:gd name="T53" fmla="*/ 1661 h 1664"/>
                <a:gd name="T54" fmla="*/ 794 w 1871"/>
                <a:gd name="T55" fmla="*/ 1662 h 1664"/>
                <a:gd name="T56" fmla="*/ 803 w 1871"/>
                <a:gd name="T57" fmla="*/ 1664 h 1664"/>
                <a:gd name="T58" fmla="*/ 814 w 1871"/>
                <a:gd name="T59" fmla="*/ 1664 h 1664"/>
                <a:gd name="T60" fmla="*/ 823 w 1871"/>
                <a:gd name="T61" fmla="*/ 1661 h 1664"/>
                <a:gd name="T62" fmla="*/ 830 w 1871"/>
                <a:gd name="T63" fmla="*/ 1658 h 1664"/>
                <a:gd name="T64" fmla="*/ 1234 w 1871"/>
                <a:gd name="T65" fmla="*/ 1416 h 1664"/>
                <a:gd name="T66" fmla="*/ 1472 w 1871"/>
                <a:gd name="T67" fmla="*/ 1245 h 1664"/>
                <a:gd name="T68" fmla="*/ 1481 w 1871"/>
                <a:gd name="T69" fmla="*/ 1244 h 1664"/>
                <a:gd name="T70" fmla="*/ 1488 w 1871"/>
                <a:gd name="T71" fmla="*/ 1242 h 1664"/>
                <a:gd name="T72" fmla="*/ 1493 w 1871"/>
                <a:gd name="T73" fmla="*/ 1241 h 1664"/>
                <a:gd name="T74" fmla="*/ 1844 w 1871"/>
                <a:gd name="T75" fmla="*/ 1061 h 1664"/>
                <a:gd name="T76" fmla="*/ 1848 w 1871"/>
                <a:gd name="T77" fmla="*/ 1058 h 1664"/>
                <a:gd name="T78" fmla="*/ 1854 w 1871"/>
                <a:gd name="T79" fmla="*/ 1054 h 1664"/>
                <a:gd name="T80" fmla="*/ 1859 w 1871"/>
                <a:gd name="T81" fmla="*/ 1049 h 1664"/>
                <a:gd name="T82" fmla="*/ 1502 w 1871"/>
                <a:gd name="T83" fmla="*/ 1123 h 1664"/>
                <a:gd name="T84" fmla="*/ 102 w 1871"/>
                <a:gd name="T85" fmla="*/ 348 h 1664"/>
                <a:gd name="T86" fmla="*/ 1256 w 1871"/>
                <a:gd name="T87" fmla="*/ 111 h 1664"/>
                <a:gd name="T88" fmla="*/ 1611 w 1871"/>
                <a:gd name="T89" fmla="*/ 521 h 1664"/>
                <a:gd name="T90" fmla="*/ 1105 w 1871"/>
                <a:gd name="T91" fmla="*/ 273 h 1664"/>
                <a:gd name="T92" fmla="*/ 806 w 1871"/>
                <a:gd name="T93" fmla="*/ 622 h 1664"/>
                <a:gd name="T94" fmla="*/ 480 w 1871"/>
                <a:gd name="T95" fmla="*/ 556 h 1664"/>
                <a:gd name="T96" fmla="*/ 755 w 1871"/>
                <a:gd name="T97" fmla="*/ 1176 h 1664"/>
                <a:gd name="T98" fmla="*/ 1133 w 1871"/>
                <a:gd name="T99" fmla="*/ 556 h 1664"/>
                <a:gd name="T100" fmla="*/ 857 w 1871"/>
                <a:gd name="T101" fmla="*/ 124 h 1664"/>
                <a:gd name="T102" fmla="*/ 679 w 1871"/>
                <a:gd name="T103" fmla="*/ 267 h 1664"/>
                <a:gd name="T104" fmla="*/ 378 w 1871"/>
                <a:gd name="T105" fmla="*/ 967 h 1664"/>
                <a:gd name="T106" fmla="*/ 857 w 1871"/>
                <a:gd name="T107" fmla="*/ 1176 h 1664"/>
                <a:gd name="T108" fmla="*/ 1235 w 1871"/>
                <a:gd name="T109" fmla="*/ 937 h 1664"/>
                <a:gd name="T110" fmla="*/ 1235 w 1871"/>
                <a:gd name="T111" fmla="*/ 1143 h 1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71" h="1664">
                  <a:moveTo>
                    <a:pt x="1862" y="1046"/>
                  </a:moveTo>
                  <a:lnTo>
                    <a:pt x="1862" y="1045"/>
                  </a:lnTo>
                  <a:lnTo>
                    <a:pt x="1863" y="1043"/>
                  </a:lnTo>
                  <a:lnTo>
                    <a:pt x="1863" y="1043"/>
                  </a:lnTo>
                  <a:lnTo>
                    <a:pt x="1863" y="1042"/>
                  </a:lnTo>
                  <a:lnTo>
                    <a:pt x="1865" y="1040"/>
                  </a:lnTo>
                  <a:lnTo>
                    <a:pt x="1865" y="1040"/>
                  </a:lnTo>
                  <a:lnTo>
                    <a:pt x="1866" y="1039"/>
                  </a:lnTo>
                  <a:lnTo>
                    <a:pt x="1866" y="1037"/>
                  </a:lnTo>
                  <a:lnTo>
                    <a:pt x="1866" y="1036"/>
                  </a:lnTo>
                  <a:lnTo>
                    <a:pt x="1868" y="1036"/>
                  </a:lnTo>
                  <a:lnTo>
                    <a:pt x="1868" y="1034"/>
                  </a:lnTo>
                  <a:lnTo>
                    <a:pt x="1868" y="1033"/>
                  </a:lnTo>
                  <a:lnTo>
                    <a:pt x="1869" y="1031"/>
                  </a:lnTo>
                  <a:lnTo>
                    <a:pt x="1869" y="1031"/>
                  </a:lnTo>
                  <a:lnTo>
                    <a:pt x="1869" y="1030"/>
                  </a:lnTo>
                  <a:lnTo>
                    <a:pt x="1869" y="1028"/>
                  </a:lnTo>
                  <a:lnTo>
                    <a:pt x="1871" y="1027"/>
                  </a:lnTo>
                  <a:lnTo>
                    <a:pt x="1871" y="1027"/>
                  </a:lnTo>
                  <a:lnTo>
                    <a:pt x="1871" y="1025"/>
                  </a:lnTo>
                  <a:lnTo>
                    <a:pt x="1871" y="1024"/>
                  </a:lnTo>
                  <a:lnTo>
                    <a:pt x="1871" y="1022"/>
                  </a:lnTo>
                  <a:lnTo>
                    <a:pt x="1871" y="1021"/>
                  </a:lnTo>
                  <a:lnTo>
                    <a:pt x="1871" y="1019"/>
                  </a:lnTo>
                  <a:lnTo>
                    <a:pt x="1871" y="1019"/>
                  </a:lnTo>
                  <a:lnTo>
                    <a:pt x="1871" y="1018"/>
                  </a:lnTo>
                  <a:lnTo>
                    <a:pt x="1871" y="1016"/>
                  </a:lnTo>
                  <a:lnTo>
                    <a:pt x="1871" y="1015"/>
                  </a:lnTo>
                  <a:lnTo>
                    <a:pt x="1871" y="1013"/>
                  </a:lnTo>
                  <a:lnTo>
                    <a:pt x="1871" y="1012"/>
                  </a:lnTo>
                  <a:lnTo>
                    <a:pt x="1871" y="1012"/>
                  </a:lnTo>
                  <a:lnTo>
                    <a:pt x="1871" y="1010"/>
                  </a:lnTo>
                  <a:lnTo>
                    <a:pt x="1871" y="1009"/>
                  </a:lnTo>
                  <a:lnTo>
                    <a:pt x="1871" y="1007"/>
                  </a:lnTo>
                  <a:lnTo>
                    <a:pt x="1871" y="1006"/>
                  </a:lnTo>
                  <a:lnTo>
                    <a:pt x="1871" y="1006"/>
                  </a:lnTo>
                  <a:lnTo>
                    <a:pt x="1871" y="1004"/>
                  </a:lnTo>
                  <a:lnTo>
                    <a:pt x="1869" y="1003"/>
                  </a:lnTo>
                  <a:lnTo>
                    <a:pt x="1869" y="1001"/>
                  </a:lnTo>
                  <a:lnTo>
                    <a:pt x="1869" y="1001"/>
                  </a:lnTo>
                  <a:lnTo>
                    <a:pt x="1869" y="1000"/>
                  </a:lnTo>
                  <a:lnTo>
                    <a:pt x="1566" y="36"/>
                  </a:lnTo>
                  <a:lnTo>
                    <a:pt x="1566" y="36"/>
                  </a:lnTo>
                  <a:lnTo>
                    <a:pt x="1566" y="36"/>
                  </a:lnTo>
                  <a:lnTo>
                    <a:pt x="1565" y="33"/>
                  </a:lnTo>
                  <a:lnTo>
                    <a:pt x="1563" y="30"/>
                  </a:lnTo>
                  <a:lnTo>
                    <a:pt x="1563" y="30"/>
                  </a:lnTo>
                  <a:lnTo>
                    <a:pt x="1563" y="28"/>
                  </a:lnTo>
                  <a:lnTo>
                    <a:pt x="1563" y="28"/>
                  </a:lnTo>
                  <a:lnTo>
                    <a:pt x="1562" y="27"/>
                  </a:lnTo>
                  <a:lnTo>
                    <a:pt x="1560" y="24"/>
                  </a:lnTo>
                  <a:lnTo>
                    <a:pt x="1559" y="21"/>
                  </a:lnTo>
                  <a:lnTo>
                    <a:pt x="1559" y="21"/>
                  </a:lnTo>
                  <a:lnTo>
                    <a:pt x="1559" y="21"/>
                  </a:lnTo>
                  <a:lnTo>
                    <a:pt x="1556" y="18"/>
                  </a:lnTo>
                  <a:lnTo>
                    <a:pt x="1553" y="15"/>
                  </a:lnTo>
                  <a:lnTo>
                    <a:pt x="1553" y="15"/>
                  </a:lnTo>
                  <a:lnTo>
                    <a:pt x="1553" y="15"/>
                  </a:lnTo>
                  <a:lnTo>
                    <a:pt x="1550" y="12"/>
                  </a:lnTo>
                  <a:lnTo>
                    <a:pt x="1547" y="9"/>
                  </a:lnTo>
                  <a:lnTo>
                    <a:pt x="1547" y="9"/>
                  </a:lnTo>
                  <a:lnTo>
                    <a:pt x="1547" y="9"/>
                  </a:lnTo>
                  <a:lnTo>
                    <a:pt x="1544" y="7"/>
                  </a:lnTo>
                  <a:lnTo>
                    <a:pt x="1539" y="6"/>
                  </a:lnTo>
                  <a:lnTo>
                    <a:pt x="1539" y="4"/>
                  </a:lnTo>
                  <a:lnTo>
                    <a:pt x="1539" y="4"/>
                  </a:lnTo>
                  <a:lnTo>
                    <a:pt x="1536" y="3"/>
                  </a:lnTo>
                  <a:lnTo>
                    <a:pt x="1533" y="3"/>
                  </a:lnTo>
                  <a:lnTo>
                    <a:pt x="1532" y="3"/>
                  </a:lnTo>
                  <a:lnTo>
                    <a:pt x="1532" y="1"/>
                  </a:lnTo>
                  <a:lnTo>
                    <a:pt x="1529" y="1"/>
                  </a:lnTo>
                  <a:lnTo>
                    <a:pt x="1524" y="0"/>
                  </a:lnTo>
                  <a:lnTo>
                    <a:pt x="1524" y="0"/>
                  </a:lnTo>
                  <a:lnTo>
                    <a:pt x="1523" y="0"/>
                  </a:lnTo>
                  <a:lnTo>
                    <a:pt x="1520" y="0"/>
                  </a:lnTo>
                  <a:lnTo>
                    <a:pt x="1515" y="0"/>
                  </a:lnTo>
                  <a:lnTo>
                    <a:pt x="1515" y="0"/>
                  </a:lnTo>
                  <a:lnTo>
                    <a:pt x="757" y="25"/>
                  </a:lnTo>
                  <a:lnTo>
                    <a:pt x="749" y="25"/>
                  </a:lnTo>
                  <a:lnTo>
                    <a:pt x="742" y="28"/>
                  </a:lnTo>
                  <a:lnTo>
                    <a:pt x="562" y="91"/>
                  </a:lnTo>
                  <a:lnTo>
                    <a:pt x="453" y="34"/>
                  </a:lnTo>
                  <a:lnTo>
                    <a:pt x="441" y="30"/>
                  </a:lnTo>
                  <a:lnTo>
                    <a:pt x="418" y="28"/>
                  </a:lnTo>
                  <a:lnTo>
                    <a:pt x="406" y="33"/>
                  </a:lnTo>
                  <a:lnTo>
                    <a:pt x="28" y="214"/>
                  </a:lnTo>
                  <a:lnTo>
                    <a:pt x="28" y="214"/>
                  </a:lnTo>
                  <a:lnTo>
                    <a:pt x="28" y="214"/>
                  </a:lnTo>
                  <a:lnTo>
                    <a:pt x="25" y="216"/>
                  </a:lnTo>
                  <a:lnTo>
                    <a:pt x="22" y="219"/>
                  </a:lnTo>
                  <a:lnTo>
                    <a:pt x="22" y="219"/>
                  </a:lnTo>
                  <a:lnTo>
                    <a:pt x="22" y="219"/>
                  </a:lnTo>
                  <a:lnTo>
                    <a:pt x="19" y="220"/>
                  </a:lnTo>
                  <a:lnTo>
                    <a:pt x="18" y="222"/>
                  </a:lnTo>
                  <a:lnTo>
                    <a:pt x="16" y="223"/>
                  </a:lnTo>
                  <a:lnTo>
                    <a:pt x="16" y="223"/>
                  </a:lnTo>
                  <a:lnTo>
                    <a:pt x="15" y="225"/>
                  </a:lnTo>
                  <a:lnTo>
                    <a:pt x="12" y="228"/>
                  </a:lnTo>
                  <a:lnTo>
                    <a:pt x="12" y="228"/>
                  </a:lnTo>
                  <a:lnTo>
                    <a:pt x="12" y="228"/>
                  </a:lnTo>
                  <a:lnTo>
                    <a:pt x="10" y="231"/>
                  </a:lnTo>
                  <a:lnTo>
                    <a:pt x="9" y="232"/>
                  </a:lnTo>
                  <a:lnTo>
                    <a:pt x="7" y="234"/>
                  </a:lnTo>
                  <a:lnTo>
                    <a:pt x="7" y="234"/>
                  </a:lnTo>
                  <a:lnTo>
                    <a:pt x="7" y="235"/>
                  </a:lnTo>
                  <a:lnTo>
                    <a:pt x="6" y="235"/>
                  </a:lnTo>
                  <a:lnTo>
                    <a:pt x="6" y="237"/>
                  </a:lnTo>
                  <a:lnTo>
                    <a:pt x="4" y="238"/>
                  </a:lnTo>
                  <a:lnTo>
                    <a:pt x="4" y="240"/>
                  </a:lnTo>
                  <a:lnTo>
                    <a:pt x="4" y="240"/>
                  </a:lnTo>
                  <a:lnTo>
                    <a:pt x="3" y="243"/>
                  </a:lnTo>
                  <a:lnTo>
                    <a:pt x="1" y="246"/>
                  </a:lnTo>
                  <a:lnTo>
                    <a:pt x="1" y="247"/>
                  </a:lnTo>
                  <a:lnTo>
                    <a:pt x="1" y="247"/>
                  </a:lnTo>
                  <a:lnTo>
                    <a:pt x="1" y="250"/>
                  </a:lnTo>
                  <a:lnTo>
                    <a:pt x="1" y="252"/>
                  </a:lnTo>
                  <a:lnTo>
                    <a:pt x="0" y="255"/>
                  </a:lnTo>
                  <a:lnTo>
                    <a:pt x="0" y="258"/>
                  </a:lnTo>
                  <a:lnTo>
                    <a:pt x="0" y="261"/>
                  </a:lnTo>
                  <a:lnTo>
                    <a:pt x="0" y="261"/>
                  </a:lnTo>
                  <a:lnTo>
                    <a:pt x="0" y="725"/>
                  </a:lnTo>
                  <a:lnTo>
                    <a:pt x="0" y="727"/>
                  </a:lnTo>
                  <a:lnTo>
                    <a:pt x="0" y="1191"/>
                  </a:lnTo>
                  <a:lnTo>
                    <a:pt x="1" y="1205"/>
                  </a:lnTo>
                  <a:lnTo>
                    <a:pt x="15" y="1229"/>
                  </a:lnTo>
                  <a:lnTo>
                    <a:pt x="27" y="1236"/>
                  </a:lnTo>
                  <a:lnTo>
                    <a:pt x="394" y="1440"/>
                  </a:lnTo>
                  <a:lnTo>
                    <a:pt x="399" y="1445"/>
                  </a:lnTo>
                  <a:lnTo>
                    <a:pt x="405" y="1448"/>
                  </a:lnTo>
                  <a:lnTo>
                    <a:pt x="782" y="1658"/>
                  </a:lnTo>
                  <a:lnTo>
                    <a:pt x="782" y="1658"/>
                  </a:lnTo>
                  <a:lnTo>
                    <a:pt x="782" y="1658"/>
                  </a:lnTo>
                  <a:lnTo>
                    <a:pt x="784" y="1659"/>
                  </a:lnTo>
                  <a:lnTo>
                    <a:pt x="787" y="1661"/>
                  </a:lnTo>
                  <a:lnTo>
                    <a:pt x="788" y="1661"/>
                  </a:lnTo>
                  <a:lnTo>
                    <a:pt x="788" y="1661"/>
                  </a:lnTo>
                  <a:lnTo>
                    <a:pt x="790" y="1661"/>
                  </a:lnTo>
                  <a:lnTo>
                    <a:pt x="793" y="1662"/>
                  </a:lnTo>
                  <a:lnTo>
                    <a:pt x="794" y="1662"/>
                  </a:lnTo>
                  <a:lnTo>
                    <a:pt x="794" y="1662"/>
                  </a:lnTo>
                  <a:lnTo>
                    <a:pt x="797" y="1662"/>
                  </a:lnTo>
                  <a:lnTo>
                    <a:pt x="799" y="1664"/>
                  </a:lnTo>
                  <a:lnTo>
                    <a:pt x="800" y="1664"/>
                  </a:lnTo>
                  <a:lnTo>
                    <a:pt x="800" y="1664"/>
                  </a:lnTo>
                  <a:lnTo>
                    <a:pt x="803" y="1664"/>
                  </a:lnTo>
                  <a:lnTo>
                    <a:pt x="806" y="1664"/>
                  </a:lnTo>
                  <a:lnTo>
                    <a:pt x="809" y="1664"/>
                  </a:lnTo>
                  <a:lnTo>
                    <a:pt x="812" y="1664"/>
                  </a:lnTo>
                  <a:lnTo>
                    <a:pt x="812" y="1664"/>
                  </a:lnTo>
                  <a:lnTo>
                    <a:pt x="814" y="1664"/>
                  </a:lnTo>
                  <a:lnTo>
                    <a:pt x="815" y="1662"/>
                  </a:lnTo>
                  <a:lnTo>
                    <a:pt x="818" y="1662"/>
                  </a:lnTo>
                  <a:lnTo>
                    <a:pt x="818" y="1662"/>
                  </a:lnTo>
                  <a:lnTo>
                    <a:pt x="820" y="1662"/>
                  </a:lnTo>
                  <a:lnTo>
                    <a:pt x="823" y="1661"/>
                  </a:lnTo>
                  <a:lnTo>
                    <a:pt x="824" y="1661"/>
                  </a:lnTo>
                  <a:lnTo>
                    <a:pt x="824" y="1661"/>
                  </a:lnTo>
                  <a:lnTo>
                    <a:pt x="826" y="1661"/>
                  </a:lnTo>
                  <a:lnTo>
                    <a:pt x="829" y="1659"/>
                  </a:lnTo>
                  <a:lnTo>
                    <a:pt x="830" y="1658"/>
                  </a:lnTo>
                  <a:lnTo>
                    <a:pt x="830" y="1658"/>
                  </a:lnTo>
                  <a:lnTo>
                    <a:pt x="830" y="1658"/>
                  </a:lnTo>
                  <a:lnTo>
                    <a:pt x="1208" y="1448"/>
                  </a:lnTo>
                  <a:lnTo>
                    <a:pt x="1220" y="1440"/>
                  </a:lnTo>
                  <a:lnTo>
                    <a:pt x="1234" y="1416"/>
                  </a:lnTo>
                  <a:lnTo>
                    <a:pt x="1235" y="1403"/>
                  </a:lnTo>
                  <a:lnTo>
                    <a:pt x="1235" y="1245"/>
                  </a:lnTo>
                  <a:lnTo>
                    <a:pt x="1472" y="1245"/>
                  </a:lnTo>
                  <a:lnTo>
                    <a:pt x="1472" y="1245"/>
                  </a:lnTo>
                  <a:lnTo>
                    <a:pt x="1472" y="1245"/>
                  </a:lnTo>
                  <a:lnTo>
                    <a:pt x="1473" y="1245"/>
                  </a:lnTo>
                  <a:lnTo>
                    <a:pt x="1473" y="1245"/>
                  </a:lnTo>
                  <a:lnTo>
                    <a:pt x="1476" y="1245"/>
                  </a:lnTo>
                  <a:lnTo>
                    <a:pt x="1479" y="1245"/>
                  </a:lnTo>
                  <a:lnTo>
                    <a:pt x="1481" y="1244"/>
                  </a:lnTo>
                  <a:lnTo>
                    <a:pt x="1482" y="1244"/>
                  </a:lnTo>
                  <a:lnTo>
                    <a:pt x="1485" y="1244"/>
                  </a:lnTo>
                  <a:lnTo>
                    <a:pt x="1487" y="1242"/>
                  </a:lnTo>
                  <a:lnTo>
                    <a:pt x="1488" y="1242"/>
                  </a:lnTo>
                  <a:lnTo>
                    <a:pt x="1488" y="1242"/>
                  </a:lnTo>
                  <a:lnTo>
                    <a:pt x="1490" y="1242"/>
                  </a:lnTo>
                  <a:lnTo>
                    <a:pt x="1490" y="1242"/>
                  </a:lnTo>
                  <a:lnTo>
                    <a:pt x="1490" y="1242"/>
                  </a:lnTo>
                  <a:lnTo>
                    <a:pt x="1491" y="1241"/>
                  </a:lnTo>
                  <a:lnTo>
                    <a:pt x="1493" y="1241"/>
                  </a:lnTo>
                  <a:lnTo>
                    <a:pt x="1494" y="1239"/>
                  </a:lnTo>
                  <a:lnTo>
                    <a:pt x="1496" y="1239"/>
                  </a:lnTo>
                  <a:lnTo>
                    <a:pt x="1496" y="1239"/>
                  </a:lnTo>
                  <a:lnTo>
                    <a:pt x="1844" y="1061"/>
                  </a:lnTo>
                  <a:lnTo>
                    <a:pt x="1844" y="1061"/>
                  </a:lnTo>
                  <a:lnTo>
                    <a:pt x="1844" y="1061"/>
                  </a:lnTo>
                  <a:lnTo>
                    <a:pt x="1845" y="1060"/>
                  </a:lnTo>
                  <a:lnTo>
                    <a:pt x="1847" y="1060"/>
                  </a:lnTo>
                  <a:lnTo>
                    <a:pt x="1848" y="1058"/>
                  </a:lnTo>
                  <a:lnTo>
                    <a:pt x="1848" y="1058"/>
                  </a:lnTo>
                  <a:lnTo>
                    <a:pt x="1850" y="1057"/>
                  </a:lnTo>
                  <a:lnTo>
                    <a:pt x="1851" y="1057"/>
                  </a:lnTo>
                  <a:lnTo>
                    <a:pt x="1851" y="1055"/>
                  </a:lnTo>
                  <a:lnTo>
                    <a:pt x="1853" y="1055"/>
                  </a:lnTo>
                  <a:lnTo>
                    <a:pt x="1854" y="1054"/>
                  </a:lnTo>
                  <a:lnTo>
                    <a:pt x="1854" y="1054"/>
                  </a:lnTo>
                  <a:lnTo>
                    <a:pt x="1856" y="1052"/>
                  </a:lnTo>
                  <a:lnTo>
                    <a:pt x="1856" y="1052"/>
                  </a:lnTo>
                  <a:lnTo>
                    <a:pt x="1857" y="1051"/>
                  </a:lnTo>
                  <a:lnTo>
                    <a:pt x="1859" y="1049"/>
                  </a:lnTo>
                  <a:lnTo>
                    <a:pt x="1859" y="1049"/>
                  </a:lnTo>
                  <a:lnTo>
                    <a:pt x="1860" y="1048"/>
                  </a:lnTo>
                  <a:lnTo>
                    <a:pt x="1860" y="1046"/>
                  </a:lnTo>
                  <a:lnTo>
                    <a:pt x="1862" y="1046"/>
                  </a:lnTo>
                  <a:close/>
                  <a:moveTo>
                    <a:pt x="1502" y="1123"/>
                  </a:moveTo>
                  <a:lnTo>
                    <a:pt x="1371" y="737"/>
                  </a:lnTo>
                  <a:lnTo>
                    <a:pt x="1643" y="620"/>
                  </a:lnTo>
                  <a:lnTo>
                    <a:pt x="1758" y="989"/>
                  </a:lnTo>
                  <a:lnTo>
                    <a:pt x="1502" y="1123"/>
                  </a:lnTo>
                  <a:close/>
                  <a:moveTo>
                    <a:pt x="102" y="348"/>
                  </a:moveTo>
                  <a:lnTo>
                    <a:pt x="378" y="501"/>
                  </a:lnTo>
                  <a:lnTo>
                    <a:pt x="378" y="850"/>
                  </a:lnTo>
                  <a:lnTo>
                    <a:pt x="102" y="697"/>
                  </a:lnTo>
                  <a:lnTo>
                    <a:pt x="102" y="348"/>
                  </a:lnTo>
                  <a:close/>
                  <a:moveTo>
                    <a:pt x="1256" y="111"/>
                  </a:moveTo>
                  <a:lnTo>
                    <a:pt x="1127" y="168"/>
                  </a:lnTo>
                  <a:lnTo>
                    <a:pt x="917" y="187"/>
                  </a:lnTo>
                  <a:lnTo>
                    <a:pt x="1078" y="117"/>
                  </a:lnTo>
                  <a:lnTo>
                    <a:pt x="1256" y="111"/>
                  </a:lnTo>
                  <a:close/>
                  <a:moveTo>
                    <a:pt x="1611" y="521"/>
                  </a:moveTo>
                  <a:lnTo>
                    <a:pt x="1338" y="641"/>
                  </a:lnTo>
                  <a:lnTo>
                    <a:pt x="1204" y="246"/>
                  </a:lnTo>
                  <a:lnTo>
                    <a:pt x="1485" y="120"/>
                  </a:lnTo>
                  <a:lnTo>
                    <a:pt x="1611" y="521"/>
                  </a:lnTo>
                  <a:close/>
                  <a:moveTo>
                    <a:pt x="1105" y="273"/>
                  </a:moveTo>
                  <a:lnTo>
                    <a:pt x="1145" y="393"/>
                  </a:lnTo>
                  <a:lnTo>
                    <a:pt x="941" y="286"/>
                  </a:lnTo>
                  <a:lnTo>
                    <a:pt x="1105" y="273"/>
                  </a:lnTo>
                  <a:close/>
                  <a:moveTo>
                    <a:pt x="1076" y="472"/>
                  </a:moveTo>
                  <a:lnTo>
                    <a:pt x="806" y="622"/>
                  </a:lnTo>
                  <a:lnTo>
                    <a:pt x="532" y="469"/>
                  </a:lnTo>
                  <a:lnTo>
                    <a:pt x="787" y="322"/>
                  </a:lnTo>
                  <a:lnTo>
                    <a:pt x="1076" y="472"/>
                  </a:lnTo>
                  <a:close/>
                  <a:moveTo>
                    <a:pt x="480" y="907"/>
                  </a:moveTo>
                  <a:lnTo>
                    <a:pt x="480" y="556"/>
                  </a:lnTo>
                  <a:lnTo>
                    <a:pt x="755" y="709"/>
                  </a:lnTo>
                  <a:lnTo>
                    <a:pt x="755" y="1060"/>
                  </a:lnTo>
                  <a:lnTo>
                    <a:pt x="480" y="907"/>
                  </a:lnTo>
                  <a:close/>
                  <a:moveTo>
                    <a:pt x="480" y="1024"/>
                  </a:moveTo>
                  <a:lnTo>
                    <a:pt x="755" y="1176"/>
                  </a:lnTo>
                  <a:lnTo>
                    <a:pt x="755" y="1526"/>
                  </a:lnTo>
                  <a:lnTo>
                    <a:pt x="480" y="1373"/>
                  </a:lnTo>
                  <a:lnTo>
                    <a:pt x="480" y="1024"/>
                  </a:lnTo>
                  <a:close/>
                  <a:moveTo>
                    <a:pt x="857" y="709"/>
                  </a:moveTo>
                  <a:lnTo>
                    <a:pt x="1133" y="556"/>
                  </a:lnTo>
                  <a:lnTo>
                    <a:pt x="1133" y="907"/>
                  </a:lnTo>
                  <a:lnTo>
                    <a:pt x="857" y="1060"/>
                  </a:lnTo>
                  <a:lnTo>
                    <a:pt x="857" y="709"/>
                  </a:lnTo>
                  <a:close/>
                  <a:moveTo>
                    <a:pt x="769" y="127"/>
                  </a:moveTo>
                  <a:lnTo>
                    <a:pt x="857" y="124"/>
                  </a:lnTo>
                  <a:lnTo>
                    <a:pt x="731" y="178"/>
                  </a:lnTo>
                  <a:lnTo>
                    <a:pt x="686" y="156"/>
                  </a:lnTo>
                  <a:lnTo>
                    <a:pt x="769" y="127"/>
                  </a:lnTo>
                  <a:close/>
                  <a:moveTo>
                    <a:pt x="427" y="136"/>
                  </a:moveTo>
                  <a:lnTo>
                    <a:pt x="679" y="267"/>
                  </a:lnTo>
                  <a:lnTo>
                    <a:pt x="429" y="412"/>
                  </a:lnTo>
                  <a:lnTo>
                    <a:pt x="162" y="264"/>
                  </a:lnTo>
                  <a:lnTo>
                    <a:pt x="427" y="136"/>
                  </a:lnTo>
                  <a:close/>
                  <a:moveTo>
                    <a:pt x="102" y="814"/>
                  </a:moveTo>
                  <a:lnTo>
                    <a:pt x="378" y="967"/>
                  </a:lnTo>
                  <a:lnTo>
                    <a:pt x="378" y="1314"/>
                  </a:lnTo>
                  <a:lnTo>
                    <a:pt x="102" y="1161"/>
                  </a:lnTo>
                  <a:lnTo>
                    <a:pt x="102" y="814"/>
                  </a:lnTo>
                  <a:close/>
                  <a:moveTo>
                    <a:pt x="857" y="1526"/>
                  </a:moveTo>
                  <a:lnTo>
                    <a:pt x="857" y="1176"/>
                  </a:lnTo>
                  <a:lnTo>
                    <a:pt x="1133" y="1024"/>
                  </a:lnTo>
                  <a:lnTo>
                    <a:pt x="1133" y="1373"/>
                  </a:lnTo>
                  <a:lnTo>
                    <a:pt x="857" y="1526"/>
                  </a:lnTo>
                  <a:close/>
                  <a:moveTo>
                    <a:pt x="1235" y="937"/>
                  </a:moveTo>
                  <a:lnTo>
                    <a:pt x="1235" y="937"/>
                  </a:lnTo>
                  <a:lnTo>
                    <a:pt x="1235" y="937"/>
                  </a:lnTo>
                  <a:lnTo>
                    <a:pt x="1235" y="754"/>
                  </a:lnTo>
                  <a:lnTo>
                    <a:pt x="1268" y="754"/>
                  </a:lnTo>
                  <a:lnTo>
                    <a:pt x="1401" y="1143"/>
                  </a:lnTo>
                  <a:lnTo>
                    <a:pt x="1235" y="1143"/>
                  </a:lnTo>
                  <a:lnTo>
                    <a:pt x="1235" y="937"/>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grpSp>
        <p:nvGrpSpPr>
          <p:cNvPr id="11" name="Group 10">
            <a:extLst>
              <a:ext uri="{FF2B5EF4-FFF2-40B4-BE49-F238E27FC236}">
                <a16:creationId xmlns:a16="http://schemas.microsoft.com/office/drawing/2014/main" id="{DA84957D-E359-4B30-9C43-C4B63B12A27A}"/>
              </a:ext>
            </a:extLst>
          </p:cNvPr>
          <p:cNvGrpSpPr/>
          <p:nvPr/>
        </p:nvGrpSpPr>
        <p:grpSpPr>
          <a:xfrm>
            <a:off x="354217" y="4404825"/>
            <a:ext cx="5795783" cy="1420976"/>
            <a:chOff x="354217" y="4500192"/>
            <a:chExt cx="5795783" cy="1420976"/>
          </a:xfrm>
        </p:grpSpPr>
        <p:cxnSp>
          <p:nvCxnSpPr>
            <p:cNvPr id="12" name="Straight Connector 11">
              <a:extLst>
                <a:ext uri="{FF2B5EF4-FFF2-40B4-BE49-F238E27FC236}">
                  <a16:creationId xmlns:a16="http://schemas.microsoft.com/office/drawing/2014/main" id="{47C3E7CA-F2C3-4E3D-B294-980EFEAEAAA5}"/>
                </a:ext>
              </a:extLst>
            </p:cNvPr>
            <p:cNvCxnSpPr>
              <a:cxnSpLocks/>
            </p:cNvCxnSpPr>
            <p:nvPr/>
          </p:nvCxnSpPr>
          <p:spPr>
            <a:xfrm>
              <a:off x="4831948" y="5008768"/>
              <a:ext cx="1210052" cy="0"/>
            </a:xfrm>
            <a:prstGeom prst="line">
              <a:avLst/>
            </a:prstGeom>
            <a:noFill/>
            <a:ln w="12700" cap="flat" cmpd="sng" algn="ctr">
              <a:solidFill>
                <a:srgbClr val="B8529E">
                  <a:lumMod val="75000"/>
                </a:srgbClr>
              </a:solidFill>
              <a:prstDash val="dash"/>
              <a:miter lim="800000"/>
            </a:ln>
            <a:effectLst/>
          </p:spPr>
        </p:cxnSp>
        <p:sp>
          <p:nvSpPr>
            <p:cNvPr id="13" name="Oval 12">
              <a:extLst>
                <a:ext uri="{FF2B5EF4-FFF2-40B4-BE49-F238E27FC236}">
                  <a16:creationId xmlns:a16="http://schemas.microsoft.com/office/drawing/2014/main" id="{055EBEF3-9758-4B93-83C8-33B6C986EBBD}"/>
                </a:ext>
              </a:extLst>
            </p:cNvPr>
            <p:cNvSpPr/>
            <p:nvPr/>
          </p:nvSpPr>
          <p:spPr>
            <a:xfrm>
              <a:off x="6042000" y="4954770"/>
              <a:ext cx="108000" cy="108000"/>
            </a:xfrm>
            <a:prstGeom prst="ellipse">
              <a:avLst/>
            </a:prstGeom>
            <a:solidFill>
              <a:schemeClr val="accent6">
                <a:lumMod val="75000"/>
              </a:schemeClr>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 name="Oval 13">
              <a:extLst>
                <a:ext uri="{FF2B5EF4-FFF2-40B4-BE49-F238E27FC236}">
                  <a16:creationId xmlns:a16="http://schemas.microsoft.com/office/drawing/2014/main" id="{620338FD-12E9-4EF8-B795-ADBFC2BFB633}"/>
                </a:ext>
              </a:extLst>
            </p:cNvPr>
            <p:cNvSpPr/>
            <p:nvPr/>
          </p:nvSpPr>
          <p:spPr>
            <a:xfrm>
              <a:off x="4988771" y="4558770"/>
              <a:ext cx="900000" cy="900000"/>
            </a:xfrm>
            <a:prstGeom prst="ellipse">
              <a:avLst/>
            </a:prstGeom>
            <a:solidFill>
              <a:schemeClr val="accent6"/>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5" name="Rectangle: Single Corner Rounded 14">
              <a:extLst>
                <a:ext uri="{FF2B5EF4-FFF2-40B4-BE49-F238E27FC236}">
                  <a16:creationId xmlns:a16="http://schemas.microsoft.com/office/drawing/2014/main" id="{13954674-09DB-4347-B61C-8566C6C3A76E}"/>
                </a:ext>
              </a:extLst>
            </p:cNvPr>
            <p:cNvSpPr/>
            <p:nvPr/>
          </p:nvSpPr>
          <p:spPr>
            <a:xfrm>
              <a:off x="354217" y="4500192"/>
              <a:ext cx="4477731" cy="340977"/>
            </a:xfrm>
            <a:prstGeom prst="round1Rect">
              <a:avLst>
                <a:gd name="adj" fmla="val 50000"/>
              </a:avLst>
            </a:prstGeom>
            <a:solidFill>
              <a:schemeClr val="accent6"/>
            </a:solidFill>
            <a:ln w="12700" cap="flat" cmpd="sng" algn="ctr">
              <a:noFill/>
              <a:prstDash val="solid"/>
              <a:miter lim="800000"/>
            </a:ln>
            <a:effectLst/>
          </p:spPr>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0" cap="none" spc="0" normalizeH="0" baseline="0" noProof="0">
                  <a:ln>
                    <a:noFill/>
                  </a:ln>
                  <a:solidFill>
                    <a:srgbClr val="FFFFFF"/>
                  </a:solidFill>
                  <a:effectLst/>
                  <a:uLnTx/>
                  <a:uFillTx/>
                  <a:latin typeface="Ubuntu" panose="020B0504030602030204" pitchFamily="34" charset="0"/>
                  <a:ea typeface="+mn-ea"/>
                  <a:cs typeface="+mn-cs"/>
                </a:rPr>
                <a:t>Our Cross-Industry Expertise</a:t>
              </a:r>
            </a:p>
          </p:txBody>
        </p:sp>
        <p:sp>
          <p:nvSpPr>
            <p:cNvPr id="16" name="Rectangle 15">
              <a:extLst>
                <a:ext uri="{FF2B5EF4-FFF2-40B4-BE49-F238E27FC236}">
                  <a16:creationId xmlns:a16="http://schemas.microsoft.com/office/drawing/2014/main" id="{AEBCB14B-CBED-481C-8DB5-91690F50DDF1}"/>
                </a:ext>
              </a:extLst>
            </p:cNvPr>
            <p:cNvSpPr/>
            <p:nvPr/>
          </p:nvSpPr>
          <p:spPr>
            <a:xfrm>
              <a:off x="354217" y="4841168"/>
              <a:ext cx="4477731" cy="1080000"/>
            </a:xfrm>
            <a:prstGeom prst="rect">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0" cap="none" spc="0" normalizeH="0" baseline="0" noProof="0">
                  <a:ln>
                    <a:noFill/>
                  </a:ln>
                  <a:solidFill>
                    <a:prstClr val="black"/>
                  </a:solidFill>
                  <a:effectLst/>
                  <a:uLnTx/>
                  <a:uFillTx/>
                  <a:latin typeface="Ubuntu" panose="020B0504030602030204" pitchFamily="34" charset="0"/>
                  <a:ea typeface="+mn-ea"/>
                  <a:cs typeface="+mn-cs"/>
                </a:rPr>
                <a:t>Government, Transport, Healthcare, Public Safety, Education, FSI, Commercial</a:t>
              </a:r>
            </a:p>
          </p:txBody>
        </p:sp>
        <p:sp>
          <p:nvSpPr>
            <p:cNvPr id="17" name="Oval 16">
              <a:extLst>
                <a:ext uri="{FF2B5EF4-FFF2-40B4-BE49-F238E27FC236}">
                  <a16:creationId xmlns:a16="http://schemas.microsoft.com/office/drawing/2014/main" id="{F65E222A-3DFD-44F6-A0A0-F01D9F71FEAF}"/>
                </a:ext>
              </a:extLst>
            </p:cNvPr>
            <p:cNvSpPr/>
            <p:nvPr/>
          </p:nvSpPr>
          <p:spPr>
            <a:xfrm>
              <a:off x="4934771" y="4500192"/>
              <a:ext cx="1008000" cy="1008000"/>
            </a:xfrm>
            <a:prstGeom prst="ellipse">
              <a:avLst/>
            </a:prstGeom>
            <a:noFill/>
            <a:ln w="12700" cap="flat" cmpd="sng" algn="ctr">
              <a:solidFill>
                <a:srgbClr val="B8529E">
                  <a:lumMod val="75000"/>
                </a:srgb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nvGrpSpPr>
            <p:cNvPr id="18" name="Group 17">
              <a:extLst>
                <a:ext uri="{FF2B5EF4-FFF2-40B4-BE49-F238E27FC236}">
                  <a16:creationId xmlns:a16="http://schemas.microsoft.com/office/drawing/2014/main" id="{85CCCB31-FD71-4CD2-970A-CE1DFA2E5BD1}"/>
                </a:ext>
              </a:extLst>
            </p:cNvPr>
            <p:cNvGrpSpPr/>
            <p:nvPr/>
          </p:nvGrpSpPr>
          <p:grpSpPr>
            <a:xfrm>
              <a:off x="5161544" y="4732530"/>
              <a:ext cx="554455" cy="552481"/>
              <a:chOff x="5757173" y="2901484"/>
              <a:chExt cx="1612063" cy="1606323"/>
            </a:xfrm>
            <a:solidFill>
              <a:srgbClr val="FFFFFF"/>
            </a:solidFill>
          </p:grpSpPr>
          <p:sp>
            <p:nvSpPr>
              <p:cNvPr id="19" name="Freeform 44">
                <a:extLst>
                  <a:ext uri="{FF2B5EF4-FFF2-40B4-BE49-F238E27FC236}">
                    <a16:creationId xmlns:a16="http://schemas.microsoft.com/office/drawing/2014/main" id="{C9462514-8FBE-48CB-8BC6-FB4296CE484F}"/>
                  </a:ext>
                </a:extLst>
              </p:cNvPr>
              <p:cNvSpPr>
                <a:spLocks noEditPoints="1"/>
              </p:cNvSpPr>
              <p:nvPr/>
            </p:nvSpPr>
            <p:spPr bwMode="auto">
              <a:xfrm>
                <a:off x="6632245" y="2901484"/>
                <a:ext cx="736991" cy="735763"/>
              </a:xfrm>
              <a:custGeom>
                <a:avLst/>
                <a:gdLst>
                  <a:gd name="T0" fmla="*/ 1636 w 1799"/>
                  <a:gd name="T1" fmla="*/ 99 h 1797"/>
                  <a:gd name="T2" fmla="*/ 1481 w 1799"/>
                  <a:gd name="T3" fmla="*/ 17 h 1797"/>
                  <a:gd name="T4" fmla="*/ 1352 w 1799"/>
                  <a:gd name="T5" fmla="*/ 0 h 1797"/>
                  <a:gd name="T6" fmla="*/ 1224 w 1799"/>
                  <a:gd name="T7" fmla="*/ 17 h 1797"/>
                  <a:gd name="T8" fmla="*/ 1070 w 1799"/>
                  <a:gd name="T9" fmla="*/ 99 h 1797"/>
                  <a:gd name="T10" fmla="*/ 583 w 1799"/>
                  <a:gd name="T11" fmla="*/ 583 h 1797"/>
                  <a:gd name="T12" fmla="*/ 130 w 1799"/>
                  <a:gd name="T13" fmla="*/ 1034 h 1797"/>
                  <a:gd name="T14" fmla="*/ 49 w 1799"/>
                  <a:gd name="T15" fmla="*/ 1142 h 1797"/>
                  <a:gd name="T16" fmla="*/ 0 w 1799"/>
                  <a:gd name="T17" fmla="*/ 1308 h 1797"/>
                  <a:gd name="T18" fmla="*/ 16 w 1799"/>
                  <a:gd name="T19" fmla="*/ 1479 h 1797"/>
                  <a:gd name="T20" fmla="*/ 98 w 1799"/>
                  <a:gd name="T21" fmla="*/ 1634 h 1797"/>
                  <a:gd name="T22" fmla="*/ 163 w 1799"/>
                  <a:gd name="T23" fmla="*/ 1699 h 1797"/>
                  <a:gd name="T24" fmla="*/ 319 w 1799"/>
                  <a:gd name="T25" fmla="*/ 1781 h 1797"/>
                  <a:gd name="T26" fmla="*/ 490 w 1799"/>
                  <a:gd name="T27" fmla="*/ 1797 h 1797"/>
                  <a:gd name="T28" fmla="*/ 656 w 1799"/>
                  <a:gd name="T29" fmla="*/ 1748 h 1797"/>
                  <a:gd name="T30" fmla="*/ 764 w 1799"/>
                  <a:gd name="T31" fmla="*/ 1668 h 1797"/>
                  <a:gd name="T32" fmla="*/ 1669 w 1799"/>
                  <a:gd name="T33" fmla="*/ 764 h 1797"/>
                  <a:gd name="T34" fmla="*/ 1750 w 1799"/>
                  <a:gd name="T35" fmla="*/ 656 h 1797"/>
                  <a:gd name="T36" fmla="*/ 1799 w 1799"/>
                  <a:gd name="T37" fmla="*/ 491 h 1797"/>
                  <a:gd name="T38" fmla="*/ 1783 w 1799"/>
                  <a:gd name="T39" fmla="*/ 319 h 1797"/>
                  <a:gd name="T40" fmla="*/ 1701 w 1799"/>
                  <a:gd name="T41" fmla="*/ 164 h 1797"/>
                  <a:gd name="T42" fmla="*/ 1573 w 1799"/>
                  <a:gd name="T43" fmla="*/ 668 h 1797"/>
                  <a:gd name="T44" fmla="*/ 679 w 1799"/>
                  <a:gd name="T45" fmla="*/ 679 h 1797"/>
                  <a:gd name="T46" fmla="*/ 1155 w 1799"/>
                  <a:gd name="T47" fmla="*/ 206 h 1797"/>
                  <a:gd name="T48" fmla="*/ 1261 w 1799"/>
                  <a:gd name="T49" fmla="*/ 150 h 1797"/>
                  <a:gd name="T50" fmla="*/ 1352 w 1799"/>
                  <a:gd name="T51" fmla="*/ 137 h 1797"/>
                  <a:gd name="T52" fmla="*/ 1443 w 1799"/>
                  <a:gd name="T53" fmla="*/ 150 h 1797"/>
                  <a:gd name="T54" fmla="*/ 1550 w 1799"/>
                  <a:gd name="T55" fmla="*/ 206 h 1797"/>
                  <a:gd name="T56" fmla="*/ 1594 w 1799"/>
                  <a:gd name="T57" fmla="*/ 250 h 1797"/>
                  <a:gd name="T58" fmla="*/ 1652 w 1799"/>
                  <a:gd name="T59" fmla="*/ 358 h 1797"/>
                  <a:gd name="T60" fmla="*/ 1664 w 1799"/>
                  <a:gd name="T61" fmla="*/ 478 h 1797"/>
                  <a:gd name="T62" fmla="*/ 1629 w 1799"/>
                  <a:gd name="T63" fmla="*/ 593 h 1797"/>
                  <a:gd name="T64" fmla="*/ 1573 w 1799"/>
                  <a:gd name="T65" fmla="*/ 668 h 1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99" h="1797">
                    <a:moveTo>
                      <a:pt x="1669" y="131"/>
                    </a:moveTo>
                    <a:lnTo>
                      <a:pt x="1636" y="99"/>
                    </a:lnTo>
                    <a:lnTo>
                      <a:pt x="1561" y="50"/>
                    </a:lnTo>
                    <a:lnTo>
                      <a:pt x="1481" y="17"/>
                    </a:lnTo>
                    <a:lnTo>
                      <a:pt x="1395" y="1"/>
                    </a:lnTo>
                    <a:lnTo>
                      <a:pt x="1352" y="0"/>
                    </a:lnTo>
                    <a:lnTo>
                      <a:pt x="1309" y="1"/>
                    </a:lnTo>
                    <a:lnTo>
                      <a:pt x="1224" y="17"/>
                    </a:lnTo>
                    <a:lnTo>
                      <a:pt x="1143" y="50"/>
                    </a:lnTo>
                    <a:lnTo>
                      <a:pt x="1070" y="99"/>
                    </a:lnTo>
                    <a:lnTo>
                      <a:pt x="1035" y="131"/>
                    </a:lnTo>
                    <a:lnTo>
                      <a:pt x="583" y="583"/>
                    </a:lnTo>
                    <a:lnTo>
                      <a:pt x="583" y="583"/>
                    </a:lnTo>
                    <a:lnTo>
                      <a:pt x="130" y="1034"/>
                    </a:lnTo>
                    <a:lnTo>
                      <a:pt x="98" y="1069"/>
                    </a:lnTo>
                    <a:lnTo>
                      <a:pt x="49" y="1142"/>
                    </a:lnTo>
                    <a:lnTo>
                      <a:pt x="16" y="1224"/>
                    </a:lnTo>
                    <a:lnTo>
                      <a:pt x="0" y="1308"/>
                    </a:lnTo>
                    <a:lnTo>
                      <a:pt x="0" y="1394"/>
                    </a:lnTo>
                    <a:lnTo>
                      <a:pt x="16" y="1479"/>
                    </a:lnTo>
                    <a:lnTo>
                      <a:pt x="49" y="1560"/>
                    </a:lnTo>
                    <a:lnTo>
                      <a:pt x="98" y="1634"/>
                    </a:lnTo>
                    <a:lnTo>
                      <a:pt x="130" y="1668"/>
                    </a:lnTo>
                    <a:lnTo>
                      <a:pt x="163" y="1699"/>
                    </a:lnTo>
                    <a:lnTo>
                      <a:pt x="238" y="1748"/>
                    </a:lnTo>
                    <a:lnTo>
                      <a:pt x="319" y="1781"/>
                    </a:lnTo>
                    <a:lnTo>
                      <a:pt x="404" y="1797"/>
                    </a:lnTo>
                    <a:lnTo>
                      <a:pt x="490" y="1797"/>
                    </a:lnTo>
                    <a:lnTo>
                      <a:pt x="574" y="1781"/>
                    </a:lnTo>
                    <a:lnTo>
                      <a:pt x="656" y="1748"/>
                    </a:lnTo>
                    <a:lnTo>
                      <a:pt x="730" y="1699"/>
                    </a:lnTo>
                    <a:lnTo>
                      <a:pt x="764" y="1668"/>
                    </a:lnTo>
                    <a:lnTo>
                      <a:pt x="1120" y="1312"/>
                    </a:lnTo>
                    <a:lnTo>
                      <a:pt x="1669" y="764"/>
                    </a:lnTo>
                    <a:lnTo>
                      <a:pt x="1701" y="729"/>
                    </a:lnTo>
                    <a:lnTo>
                      <a:pt x="1750" y="656"/>
                    </a:lnTo>
                    <a:lnTo>
                      <a:pt x="1783" y="576"/>
                    </a:lnTo>
                    <a:lnTo>
                      <a:pt x="1799" y="491"/>
                    </a:lnTo>
                    <a:lnTo>
                      <a:pt x="1799" y="404"/>
                    </a:lnTo>
                    <a:lnTo>
                      <a:pt x="1783" y="319"/>
                    </a:lnTo>
                    <a:lnTo>
                      <a:pt x="1750" y="239"/>
                    </a:lnTo>
                    <a:lnTo>
                      <a:pt x="1701" y="164"/>
                    </a:lnTo>
                    <a:lnTo>
                      <a:pt x="1669" y="131"/>
                    </a:lnTo>
                    <a:close/>
                    <a:moveTo>
                      <a:pt x="1573" y="668"/>
                    </a:moveTo>
                    <a:lnTo>
                      <a:pt x="1120" y="1119"/>
                    </a:lnTo>
                    <a:lnTo>
                      <a:pt x="679" y="679"/>
                    </a:lnTo>
                    <a:lnTo>
                      <a:pt x="1132" y="227"/>
                    </a:lnTo>
                    <a:lnTo>
                      <a:pt x="1155" y="206"/>
                    </a:lnTo>
                    <a:lnTo>
                      <a:pt x="1205" y="173"/>
                    </a:lnTo>
                    <a:lnTo>
                      <a:pt x="1261" y="150"/>
                    </a:lnTo>
                    <a:lnTo>
                      <a:pt x="1322" y="137"/>
                    </a:lnTo>
                    <a:lnTo>
                      <a:pt x="1352" y="137"/>
                    </a:lnTo>
                    <a:lnTo>
                      <a:pt x="1384" y="137"/>
                    </a:lnTo>
                    <a:lnTo>
                      <a:pt x="1443" y="150"/>
                    </a:lnTo>
                    <a:lnTo>
                      <a:pt x="1499" y="173"/>
                    </a:lnTo>
                    <a:lnTo>
                      <a:pt x="1550" y="206"/>
                    </a:lnTo>
                    <a:lnTo>
                      <a:pt x="1573" y="227"/>
                    </a:lnTo>
                    <a:lnTo>
                      <a:pt x="1594" y="250"/>
                    </a:lnTo>
                    <a:lnTo>
                      <a:pt x="1629" y="302"/>
                    </a:lnTo>
                    <a:lnTo>
                      <a:pt x="1652" y="358"/>
                    </a:lnTo>
                    <a:lnTo>
                      <a:pt x="1664" y="417"/>
                    </a:lnTo>
                    <a:lnTo>
                      <a:pt x="1664" y="478"/>
                    </a:lnTo>
                    <a:lnTo>
                      <a:pt x="1652" y="537"/>
                    </a:lnTo>
                    <a:lnTo>
                      <a:pt x="1629" y="593"/>
                    </a:lnTo>
                    <a:lnTo>
                      <a:pt x="1594" y="645"/>
                    </a:lnTo>
                    <a:lnTo>
                      <a:pt x="1573" y="66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0" name="Rounded Rectangle 10">
                <a:extLst>
                  <a:ext uri="{FF2B5EF4-FFF2-40B4-BE49-F238E27FC236}">
                    <a16:creationId xmlns:a16="http://schemas.microsoft.com/office/drawing/2014/main" id="{CF4391D4-8D02-467B-82B1-67E3289B73E2}"/>
                  </a:ext>
                </a:extLst>
              </p:cNvPr>
              <p:cNvSpPr/>
              <p:nvPr/>
            </p:nvSpPr>
            <p:spPr>
              <a:xfrm>
                <a:off x="5757173" y="2967569"/>
                <a:ext cx="732937" cy="603595"/>
              </a:xfrm>
              <a:custGeom>
                <a:avLst/>
                <a:gdLst/>
                <a:ahLst/>
                <a:cxnLst/>
                <a:rect l="l" t="t" r="r" b="b"/>
                <a:pathLst>
                  <a:path w="3672408" h="3024336">
                    <a:moveTo>
                      <a:pt x="2988332" y="1531218"/>
                    </a:moveTo>
                    <a:cubicBezTo>
                      <a:pt x="2869025" y="1531218"/>
                      <a:pt x="2772308" y="1627935"/>
                      <a:pt x="2772308" y="1747242"/>
                    </a:cubicBezTo>
                    <a:cubicBezTo>
                      <a:pt x="2772308" y="1866549"/>
                      <a:pt x="2869025" y="1963266"/>
                      <a:pt x="2988332" y="1963266"/>
                    </a:cubicBezTo>
                    <a:cubicBezTo>
                      <a:pt x="3107639" y="1963266"/>
                      <a:pt x="3204356" y="1866549"/>
                      <a:pt x="3204356" y="1747242"/>
                    </a:cubicBezTo>
                    <a:cubicBezTo>
                      <a:pt x="3204356" y="1627935"/>
                      <a:pt x="3107639" y="1531218"/>
                      <a:pt x="2988332" y="1531218"/>
                    </a:cubicBezTo>
                    <a:close/>
                    <a:moveTo>
                      <a:pt x="648072" y="1521693"/>
                    </a:moveTo>
                    <a:cubicBezTo>
                      <a:pt x="528765" y="1521693"/>
                      <a:pt x="432048" y="1618410"/>
                      <a:pt x="432048" y="1737717"/>
                    </a:cubicBezTo>
                    <a:cubicBezTo>
                      <a:pt x="432048" y="1857024"/>
                      <a:pt x="528765" y="1953741"/>
                      <a:pt x="648072" y="1953741"/>
                    </a:cubicBezTo>
                    <a:cubicBezTo>
                      <a:pt x="767379" y="1953741"/>
                      <a:pt x="864096" y="1857024"/>
                      <a:pt x="864096" y="1737717"/>
                    </a:cubicBezTo>
                    <a:cubicBezTo>
                      <a:pt x="864096" y="1618410"/>
                      <a:pt x="767379" y="1521693"/>
                      <a:pt x="648072" y="1521693"/>
                    </a:cubicBezTo>
                    <a:close/>
                    <a:moveTo>
                      <a:pt x="866191" y="432048"/>
                    </a:moveTo>
                    <a:lnTo>
                      <a:pt x="648072" y="1152128"/>
                    </a:lnTo>
                    <a:lnTo>
                      <a:pt x="2988332" y="1152128"/>
                    </a:lnTo>
                    <a:lnTo>
                      <a:pt x="2770213" y="432048"/>
                    </a:lnTo>
                    <a:close/>
                    <a:moveTo>
                      <a:pt x="1828885" y="0"/>
                    </a:moveTo>
                    <a:cubicBezTo>
                      <a:pt x="2319325" y="0"/>
                      <a:pt x="2740361" y="81042"/>
                      <a:pt x="2921703" y="196806"/>
                    </a:cubicBezTo>
                    <a:cubicBezTo>
                      <a:pt x="3002449" y="203854"/>
                      <a:pt x="3139914" y="446954"/>
                      <a:pt x="3268129" y="796695"/>
                    </a:cubicBezTo>
                    <a:cubicBezTo>
                      <a:pt x="3282399" y="793651"/>
                      <a:pt x="3297201" y="792088"/>
                      <a:pt x="3312368" y="792088"/>
                    </a:cubicBezTo>
                    <a:lnTo>
                      <a:pt x="3456384" y="792088"/>
                    </a:lnTo>
                    <a:cubicBezTo>
                      <a:pt x="3575691" y="792088"/>
                      <a:pt x="3672408" y="888805"/>
                      <a:pt x="3672408" y="1008112"/>
                    </a:cubicBezTo>
                    <a:cubicBezTo>
                      <a:pt x="3672408" y="1127419"/>
                      <a:pt x="3575691" y="1224136"/>
                      <a:pt x="3456384" y="1224136"/>
                    </a:cubicBezTo>
                    <a:lnTo>
                      <a:pt x="3404711" y="1224136"/>
                    </a:lnTo>
                    <a:cubicBezTo>
                      <a:pt x="3518349" y="1634657"/>
                      <a:pt x="3563019" y="1984195"/>
                      <a:pt x="3521073" y="2106157"/>
                    </a:cubicBezTo>
                    <a:lnTo>
                      <a:pt x="3521073" y="2367116"/>
                    </a:lnTo>
                    <a:lnTo>
                      <a:pt x="3521073" y="2772308"/>
                    </a:lnTo>
                    <a:cubicBezTo>
                      <a:pt x="3521073" y="2911499"/>
                      <a:pt x="3408236" y="3024336"/>
                      <a:pt x="3269045" y="3024336"/>
                    </a:cubicBezTo>
                    <a:cubicBezTo>
                      <a:pt x="3129854" y="3024336"/>
                      <a:pt x="3017017" y="2911499"/>
                      <a:pt x="3017017" y="2772308"/>
                    </a:cubicBezTo>
                    <a:lnTo>
                      <a:pt x="3017017" y="2592288"/>
                    </a:lnTo>
                    <a:lnTo>
                      <a:pt x="640753" y="2592288"/>
                    </a:lnTo>
                    <a:lnTo>
                      <a:pt x="640753" y="2772308"/>
                    </a:lnTo>
                    <a:cubicBezTo>
                      <a:pt x="640753" y="2911499"/>
                      <a:pt x="527916" y="3024336"/>
                      <a:pt x="388725" y="3024336"/>
                    </a:cubicBezTo>
                    <a:cubicBezTo>
                      <a:pt x="249534" y="3024336"/>
                      <a:pt x="136697" y="2911499"/>
                      <a:pt x="136697" y="2772308"/>
                    </a:cubicBezTo>
                    <a:lnTo>
                      <a:pt x="136697" y="2367116"/>
                    </a:lnTo>
                    <a:lnTo>
                      <a:pt x="136697" y="2058516"/>
                    </a:lnTo>
                    <a:cubicBezTo>
                      <a:pt x="130575" y="2014583"/>
                      <a:pt x="130322" y="1956589"/>
                      <a:pt x="136697" y="1887545"/>
                    </a:cubicBezTo>
                    <a:lnTo>
                      <a:pt x="136697" y="1809348"/>
                    </a:lnTo>
                    <a:cubicBezTo>
                      <a:pt x="136697" y="1777187"/>
                      <a:pt x="143440" y="1746601"/>
                      <a:pt x="155839" y="1719036"/>
                    </a:cubicBezTo>
                    <a:cubicBezTo>
                      <a:pt x="176849" y="1575530"/>
                      <a:pt x="213375" y="1405733"/>
                      <a:pt x="263955" y="1224136"/>
                    </a:cubicBezTo>
                    <a:lnTo>
                      <a:pt x="216024" y="1224136"/>
                    </a:lnTo>
                    <a:cubicBezTo>
                      <a:pt x="96717" y="1224136"/>
                      <a:pt x="0" y="1127419"/>
                      <a:pt x="0" y="1008112"/>
                    </a:cubicBezTo>
                    <a:cubicBezTo>
                      <a:pt x="0" y="888805"/>
                      <a:pt x="96717" y="792088"/>
                      <a:pt x="216024" y="792088"/>
                    </a:cubicBezTo>
                    <a:lnTo>
                      <a:pt x="360040" y="792088"/>
                    </a:lnTo>
                    <a:lnTo>
                      <a:pt x="400455" y="796162"/>
                    </a:lnTo>
                    <a:cubicBezTo>
                      <a:pt x="519208" y="473132"/>
                      <a:pt x="645673" y="241143"/>
                      <a:pt x="728106" y="202390"/>
                    </a:cubicBezTo>
                    <a:cubicBezTo>
                      <a:pt x="904570" y="83536"/>
                      <a:pt x="1330958" y="0"/>
                      <a:pt x="1828885"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1" name="Freeform 636">
                <a:extLst>
                  <a:ext uri="{FF2B5EF4-FFF2-40B4-BE49-F238E27FC236}">
                    <a16:creationId xmlns:a16="http://schemas.microsoft.com/office/drawing/2014/main" id="{51448219-8F58-494B-8EE9-FBAE4327EC9B}"/>
                  </a:ext>
                </a:extLst>
              </p:cNvPr>
              <p:cNvSpPr>
                <a:spLocks noEditPoints="1"/>
              </p:cNvSpPr>
              <p:nvPr/>
            </p:nvSpPr>
            <p:spPr bwMode="auto">
              <a:xfrm>
                <a:off x="6750996" y="3733748"/>
                <a:ext cx="499491" cy="693738"/>
              </a:xfrm>
              <a:custGeom>
                <a:avLst/>
                <a:gdLst>
                  <a:gd name="T0" fmla="*/ 1094 w 1296"/>
                  <a:gd name="T1" fmla="*/ 747 h 1801"/>
                  <a:gd name="T2" fmla="*/ 1093 w 1296"/>
                  <a:gd name="T3" fmla="*/ 340 h 1801"/>
                  <a:gd name="T4" fmla="*/ 1041 w 1296"/>
                  <a:gd name="T5" fmla="*/ 197 h 1801"/>
                  <a:gd name="T6" fmla="*/ 931 w 1296"/>
                  <a:gd name="T7" fmla="*/ 86 h 1801"/>
                  <a:gd name="T8" fmla="*/ 780 w 1296"/>
                  <a:gd name="T9" fmla="*/ 16 h 1801"/>
                  <a:gd name="T10" fmla="*/ 647 w 1296"/>
                  <a:gd name="T11" fmla="*/ 0 h 1801"/>
                  <a:gd name="T12" fmla="*/ 515 w 1296"/>
                  <a:gd name="T13" fmla="*/ 16 h 1801"/>
                  <a:gd name="T14" fmla="*/ 363 w 1296"/>
                  <a:gd name="T15" fmla="*/ 86 h 1801"/>
                  <a:gd name="T16" fmla="*/ 255 w 1296"/>
                  <a:gd name="T17" fmla="*/ 197 h 1801"/>
                  <a:gd name="T18" fmla="*/ 203 w 1296"/>
                  <a:gd name="T19" fmla="*/ 340 h 1801"/>
                  <a:gd name="T20" fmla="*/ 202 w 1296"/>
                  <a:gd name="T21" fmla="*/ 379 h 1801"/>
                  <a:gd name="T22" fmla="*/ 144 w 1296"/>
                  <a:gd name="T23" fmla="*/ 747 h 1801"/>
                  <a:gd name="T24" fmla="*/ 64 w 1296"/>
                  <a:gd name="T25" fmla="*/ 771 h 1801"/>
                  <a:gd name="T26" fmla="*/ 2 w 1296"/>
                  <a:gd name="T27" fmla="*/ 862 h 1801"/>
                  <a:gd name="T28" fmla="*/ 0 w 1296"/>
                  <a:gd name="T29" fmla="*/ 1657 h 1801"/>
                  <a:gd name="T30" fmla="*/ 23 w 1296"/>
                  <a:gd name="T31" fmla="*/ 1738 h 1801"/>
                  <a:gd name="T32" fmla="*/ 114 w 1296"/>
                  <a:gd name="T33" fmla="*/ 1800 h 1801"/>
                  <a:gd name="T34" fmla="*/ 1152 w 1296"/>
                  <a:gd name="T35" fmla="*/ 1801 h 1801"/>
                  <a:gd name="T36" fmla="*/ 1232 w 1296"/>
                  <a:gd name="T37" fmla="*/ 1777 h 1801"/>
                  <a:gd name="T38" fmla="*/ 1293 w 1296"/>
                  <a:gd name="T39" fmla="*/ 1686 h 1801"/>
                  <a:gd name="T40" fmla="*/ 1296 w 1296"/>
                  <a:gd name="T41" fmla="*/ 891 h 1801"/>
                  <a:gd name="T42" fmla="*/ 1271 w 1296"/>
                  <a:gd name="T43" fmla="*/ 810 h 1801"/>
                  <a:gd name="T44" fmla="*/ 1181 w 1296"/>
                  <a:gd name="T45" fmla="*/ 748 h 1801"/>
                  <a:gd name="T46" fmla="*/ 773 w 1296"/>
                  <a:gd name="T47" fmla="*/ 1546 h 1801"/>
                  <a:gd name="T48" fmla="*/ 572 w 1296"/>
                  <a:gd name="T49" fmla="*/ 1275 h 1801"/>
                  <a:gd name="T50" fmla="*/ 532 w 1296"/>
                  <a:gd name="T51" fmla="*/ 1239 h 1801"/>
                  <a:gd name="T52" fmla="*/ 503 w 1296"/>
                  <a:gd name="T53" fmla="*/ 1170 h 1801"/>
                  <a:gd name="T54" fmla="*/ 505 w 1296"/>
                  <a:gd name="T55" fmla="*/ 1121 h 1801"/>
                  <a:gd name="T56" fmla="*/ 567 w 1296"/>
                  <a:gd name="T57" fmla="*/ 1030 h 1801"/>
                  <a:gd name="T58" fmla="*/ 647 w 1296"/>
                  <a:gd name="T59" fmla="*/ 1006 h 1801"/>
                  <a:gd name="T60" fmla="*/ 730 w 1296"/>
                  <a:gd name="T61" fmla="*/ 1030 h 1801"/>
                  <a:gd name="T62" fmla="*/ 791 w 1296"/>
                  <a:gd name="T63" fmla="*/ 1121 h 1801"/>
                  <a:gd name="T64" fmla="*/ 791 w 1296"/>
                  <a:gd name="T65" fmla="*/ 1170 h 1801"/>
                  <a:gd name="T66" fmla="*/ 764 w 1296"/>
                  <a:gd name="T67" fmla="*/ 1239 h 1801"/>
                  <a:gd name="T68" fmla="*/ 722 w 1296"/>
                  <a:gd name="T69" fmla="*/ 1275 h 1801"/>
                  <a:gd name="T70" fmla="*/ 902 w 1296"/>
                  <a:gd name="T71" fmla="*/ 747 h 1801"/>
                  <a:gd name="T72" fmla="*/ 392 w 1296"/>
                  <a:gd name="T73" fmla="*/ 379 h 1801"/>
                  <a:gd name="T74" fmla="*/ 394 w 1296"/>
                  <a:gd name="T75" fmla="*/ 360 h 1801"/>
                  <a:gd name="T76" fmla="*/ 424 w 1296"/>
                  <a:gd name="T77" fmla="*/ 290 h 1801"/>
                  <a:gd name="T78" fmla="*/ 486 w 1296"/>
                  <a:gd name="T79" fmla="*/ 235 h 1801"/>
                  <a:gd name="T80" fmla="*/ 572 w 1296"/>
                  <a:gd name="T81" fmla="*/ 199 h 1801"/>
                  <a:gd name="T82" fmla="*/ 647 w 1296"/>
                  <a:gd name="T83" fmla="*/ 192 h 1801"/>
                  <a:gd name="T84" fmla="*/ 722 w 1296"/>
                  <a:gd name="T85" fmla="*/ 199 h 1801"/>
                  <a:gd name="T86" fmla="*/ 809 w 1296"/>
                  <a:gd name="T87" fmla="*/ 235 h 1801"/>
                  <a:gd name="T88" fmla="*/ 872 w 1296"/>
                  <a:gd name="T89" fmla="*/ 290 h 1801"/>
                  <a:gd name="T90" fmla="*/ 901 w 1296"/>
                  <a:gd name="T91" fmla="*/ 360 h 1801"/>
                  <a:gd name="T92" fmla="*/ 902 w 1296"/>
                  <a:gd name="T93" fmla="*/ 747 h 1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96" h="1801">
                    <a:moveTo>
                      <a:pt x="1152" y="747"/>
                    </a:moveTo>
                    <a:lnTo>
                      <a:pt x="1094" y="747"/>
                    </a:lnTo>
                    <a:lnTo>
                      <a:pt x="1094" y="379"/>
                    </a:lnTo>
                    <a:lnTo>
                      <a:pt x="1093" y="340"/>
                    </a:lnTo>
                    <a:lnTo>
                      <a:pt x="1074" y="267"/>
                    </a:lnTo>
                    <a:lnTo>
                      <a:pt x="1041" y="197"/>
                    </a:lnTo>
                    <a:lnTo>
                      <a:pt x="992" y="137"/>
                    </a:lnTo>
                    <a:lnTo>
                      <a:pt x="931" y="86"/>
                    </a:lnTo>
                    <a:lnTo>
                      <a:pt x="861" y="45"/>
                    </a:lnTo>
                    <a:lnTo>
                      <a:pt x="780" y="16"/>
                    </a:lnTo>
                    <a:lnTo>
                      <a:pt x="693" y="1"/>
                    </a:lnTo>
                    <a:lnTo>
                      <a:pt x="647" y="0"/>
                    </a:lnTo>
                    <a:lnTo>
                      <a:pt x="603" y="1"/>
                    </a:lnTo>
                    <a:lnTo>
                      <a:pt x="515" y="16"/>
                    </a:lnTo>
                    <a:lnTo>
                      <a:pt x="436" y="45"/>
                    </a:lnTo>
                    <a:lnTo>
                      <a:pt x="363" y="86"/>
                    </a:lnTo>
                    <a:lnTo>
                      <a:pt x="303" y="137"/>
                    </a:lnTo>
                    <a:lnTo>
                      <a:pt x="255" y="197"/>
                    </a:lnTo>
                    <a:lnTo>
                      <a:pt x="221" y="267"/>
                    </a:lnTo>
                    <a:lnTo>
                      <a:pt x="203" y="340"/>
                    </a:lnTo>
                    <a:lnTo>
                      <a:pt x="202" y="379"/>
                    </a:lnTo>
                    <a:lnTo>
                      <a:pt x="202" y="379"/>
                    </a:lnTo>
                    <a:lnTo>
                      <a:pt x="202" y="747"/>
                    </a:lnTo>
                    <a:lnTo>
                      <a:pt x="144" y="747"/>
                    </a:lnTo>
                    <a:lnTo>
                      <a:pt x="114" y="748"/>
                    </a:lnTo>
                    <a:lnTo>
                      <a:pt x="64" y="771"/>
                    </a:lnTo>
                    <a:lnTo>
                      <a:pt x="23" y="810"/>
                    </a:lnTo>
                    <a:lnTo>
                      <a:pt x="2" y="862"/>
                    </a:lnTo>
                    <a:lnTo>
                      <a:pt x="0" y="891"/>
                    </a:lnTo>
                    <a:lnTo>
                      <a:pt x="0" y="1657"/>
                    </a:lnTo>
                    <a:lnTo>
                      <a:pt x="2" y="1686"/>
                    </a:lnTo>
                    <a:lnTo>
                      <a:pt x="23" y="1738"/>
                    </a:lnTo>
                    <a:lnTo>
                      <a:pt x="64" y="1777"/>
                    </a:lnTo>
                    <a:lnTo>
                      <a:pt x="114" y="1800"/>
                    </a:lnTo>
                    <a:lnTo>
                      <a:pt x="144" y="1801"/>
                    </a:lnTo>
                    <a:lnTo>
                      <a:pt x="1152" y="1801"/>
                    </a:lnTo>
                    <a:lnTo>
                      <a:pt x="1181" y="1800"/>
                    </a:lnTo>
                    <a:lnTo>
                      <a:pt x="1232" y="1777"/>
                    </a:lnTo>
                    <a:lnTo>
                      <a:pt x="1271" y="1738"/>
                    </a:lnTo>
                    <a:lnTo>
                      <a:pt x="1293" y="1686"/>
                    </a:lnTo>
                    <a:lnTo>
                      <a:pt x="1296" y="1657"/>
                    </a:lnTo>
                    <a:lnTo>
                      <a:pt x="1296" y="891"/>
                    </a:lnTo>
                    <a:lnTo>
                      <a:pt x="1293" y="862"/>
                    </a:lnTo>
                    <a:lnTo>
                      <a:pt x="1271" y="810"/>
                    </a:lnTo>
                    <a:lnTo>
                      <a:pt x="1232" y="771"/>
                    </a:lnTo>
                    <a:lnTo>
                      <a:pt x="1181" y="748"/>
                    </a:lnTo>
                    <a:lnTo>
                      <a:pt x="1152" y="747"/>
                    </a:lnTo>
                    <a:close/>
                    <a:moveTo>
                      <a:pt x="773" y="1546"/>
                    </a:moveTo>
                    <a:lnTo>
                      <a:pt x="522" y="1546"/>
                    </a:lnTo>
                    <a:lnTo>
                      <a:pt x="572" y="1275"/>
                    </a:lnTo>
                    <a:lnTo>
                      <a:pt x="558" y="1265"/>
                    </a:lnTo>
                    <a:lnTo>
                      <a:pt x="532" y="1239"/>
                    </a:lnTo>
                    <a:lnTo>
                      <a:pt x="513" y="1206"/>
                    </a:lnTo>
                    <a:lnTo>
                      <a:pt x="503" y="1170"/>
                    </a:lnTo>
                    <a:lnTo>
                      <a:pt x="503" y="1151"/>
                    </a:lnTo>
                    <a:lnTo>
                      <a:pt x="505" y="1121"/>
                    </a:lnTo>
                    <a:lnTo>
                      <a:pt x="526" y="1069"/>
                    </a:lnTo>
                    <a:lnTo>
                      <a:pt x="567" y="1030"/>
                    </a:lnTo>
                    <a:lnTo>
                      <a:pt x="619" y="1007"/>
                    </a:lnTo>
                    <a:lnTo>
                      <a:pt x="647" y="1006"/>
                    </a:lnTo>
                    <a:lnTo>
                      <a:pt x="678" y="1007"/>
                    </a:lnTo>
                    <a:lnTo>
                      <a:pt x="730" y="1030"/>
                    </a:lnTo>
                    <a:lnTo>
                      <a:pt x="768" y="1069"/>
                    </a:lnTo>
                    <a:lnTo>
                      <a:pt x="791" y="1121"/>
                    </a:lnTo>
                    <a:lnTo>
                      <a:pt x="793" y="1151"/>
                    </a:lnTo>
                    <a:lnTo>
                      <a:pt x="791" y="1170"/>
                    </a:lnTo>
                    <a:lnTo>
                      <a:pt x="781" y="1206"/>
                    </a:lnTo>
                    <a:lnTo>
                      <a:pt x="764" y="1239"/>
                    </a:lnTo>
                    <a:lnTo>
                      <a:pt x="738" y="1265"/>
                    </a:lnTo>
                    <a:lnTo>
                      <a:pt x="722" y="1275"/>
                    </a:lnTo>
                    <a:lnTo>
                      <a:pt x="773" y="1546"/>
                    </a:lnTo>
                    <a:close/>
                    <a:moveTo>
                      <a:pt x="902" y="747"/>
                    </a:moveTo>
                    <a:lnTo>
                      <a:pt x="392" y="747"/>
                    </a:lnTo>
                    <a:lnTo>
                      <a:pt x="392" y="379"/>
                    </a:lnTo>
                    <a:lnTo>
                      <a:pt x="392" y="379"/>
                    </a:lnTo>
                    <a:lnTo>
                      <a:pt x="394" y="360"/>
                    </a:lnTo>
                    <a:lnTo>
                      <a:pt x="404" y="323"/>
                    </a:lnTo>
                    <a:lnTo>
                      <a:pt x="424" y="290"/>
                    </a:lnTo>
                    <a:lnTo>
                      <a:pt x="451" y="259"/>
                    </a:lnTo>
                    <a:lnTo>
                      <a:pt x="486" y="235"/>
                    </a:lnTo>
                    <a:lnTo>
                      <a:pt x="528" y="213"/>
                    </a:lnTo>
                    <a:lnTo>
                      <a:pt x="572" y="199"/>
                    </a:lnTo>
                    <a:lnTo>
                      <a:pt x="621" y="192"/>
                    </a:lnTo>
                    <a:lnTo>
                      <a:pt x="647" y="192"/>
                    </a:lnTo>
                    <a:lnTo>
                      <a:pt x="673" y="192"/>
                    </a:lnTo>
                    <a:lnTo>
                      <a:pt x="722" y="199"/>
                    </a:lnTo>
                    <a:lnTo>
                      <a:pt x="768" y="213"/>
                    </a:lnTo>
                    <a:lnTo>
                      <a:pt x="809" y="235"/>
                    </a:lnTo>
                    <a:lnTo>
                      <a:pt x="843" y="259"/>
                    </a:lnTo>
                    <a:lnTo>
                      <a:pt x="872" y="290"/>
                    </a:lnTo>
                    <a:lnTo>
                      <a:pt x="891" y="323"/>
                    </a:lnTo>
                    <a:lnTo>
                      <a:pt x="901" y="360"/>
                    </a:lnTo>
                    <a:lnTo>
                      <a:pt x="902" y="379"/>
                    </a:lnTo>
                    <a:lnTo>
                      <a:pt x="902" y="74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nvGrpSpPr>
              <p:cNvPr id="22" name="Group 21">
                <a:extLst>
                  <a:ext uri="{FF2B5EF4-FFF2-40B4-BE49-F238E27FC236}">
                    <a16:creationId xmlns:a16="http://schemas.microsoft.com/office/drawing/2014/main" id="{8479279F-52D8-4211-9449-EC2A9FE8843A}"/>
                  </a:ext>
                </a:extLst>
              </p:cNvPr>
              <p:cNvGrpSpPr/>
              <p:nvPr/>
            </p:nvGrpSpPr>
            <p:grpSpPr>
              <a:xfrm>
                <a:off x="5757173" y="3648969"/>
                <a:ext cx="752475" cy="858838"/>
                <a:chOff x="496888" y="4067175"/>
                <a:chExt cx="752475" cy="858838"/>
              </a:xfrm>
              <a:grpFill/>
            </p:grpSpPr>
            <p:sp>
              <p:nvSpPr>
                <p:cNvPr id="23" name="Freeform 180">
                  <a:extLst>
                    <a:ext uri="{FF2B5EF4-FFF2-40B4-BE49-F238E27FC236}">
                      <a16:creationId xmlns:a16="http://schemas.microsoft.com/office/drawing/2014/main" id="{81D063F8-61DF-444B-8CF4-89C5C9DC9FD9}"/>
                    </a:ext>
                  </a:extLst>
                </p:cNvPr>
                <p:cNvSpPr>
                  <a:spLocks/>
                </p:cNvSpPr>
                <p:nvPr/>
              </p:nvSpPr>
              <p:spPr bwMode="auto">
                <a:xfrm>
                  <a:off x="658813" y="4678363"/>
                  <a:ext cx="166688" cy="165100"/>
                </a:xfrm>
                <a:custGeom>
                  <a:avLst/>
                  <a:gdLst>
                    <a:gd name="T0" fmla="*/ 0 w 314"/>
                    <a:gd name="T1" fmla="*/ 157 h 313"/>
                    <a:gd name="T2" fmla="*/ 3 w 314"/>
                    <a:gd name="T3" fmla="*/ 124 h 313"/>
                    <a:gd name="T4" fmla="*/ 26 w 314"/>
                    <a:gd name="T5" fmla="*/ 68 h 313"/>
                    <a:gd name="T6" fmla="*/ 69 w 314"/>
                    <a:gd name="T7" fmla="*/ 26 h 313"/>
                    <a:gd name="T8" fmla="*/ 126 w 314"/>
                    <a:gd name="T9" fmla="*/ 2 h 313"/>
                    <a:gd name="T10" fmla="*/ 157 w 314"/>
                    <a:gd name="T11" fmla="*/ 0 h 313"/>
                    <a:gd name="T12" fmla="*/ 189 w 314"/>
                    <a:gd name="T13" fmla="*/ 2 h 313"/>
                    <a:gd name="T14" fmla="*/ 245 w 314"/>
                    <a:gd name="T15" fmla="*/ 26 h 313"/>
                    <a:gd name="T16" fmla="*/ 288 w 314"/>
                    <a:gd name="T17" fmla="*/ 68 h 313"/>
                    <a:gd name="T18" fmla="*/ 311 w 314"/>
                    <a:gd name="T19" fmla="*/ 124 h 313"/>
                    <a:gd name="T20" fmla="*/ 314 w 314"/>
                    <a:gd name="T21" fmla="*/ 157 h 313"/>
                    <a:gd name="T22" fmla="*/ 311 w 314"/>
                    <a:gd name="T23" fmla="*/ 189 h 313"/>
                    <a:gd name="T24" fmla="*/ 288 w 314"/>
                    <a:gd name="T25" fmla="*/ 245 h 313"/>
                    <a:gd name="T26" fmla="*/ 245 w 314"/>
                    <a:gd name="T27" fmla="*/ 287 h 313"/>
                    <a:gd name="T28" fmla="*/ 189 w 314"/>
                    <a:gd name="T29" fmla="*/ 311 h 313"/>
                    <a:gd name="T30" fmla="*/ 157 w 314"/>
                    <a:gd name="T31" fmla="*/ 313 h 313"/>
                    <a:gd name="T32" fmla="*/ 126 w 314"/>
                    <a:gd name="T33" fmla="*/ 311 h 313"/>
                    <a:gd name="T34" fmla="*/ 69 w 314"/>
                    <a:gd name="T35" fmla="*/ 287 h 313"/>
                    <a:gd name="T36" fmla="*/ 26 w 314"/>
                    <a:gd name="T37" fmla="*/ 245 h 313"/>
                    <a:gd name="T38" fmla="*/ 3 w 314"/>
                    <a:gd name="T39" fmla="*/ 189 h 313"/>
                    <a:gd name="T40" fmla="*/ 0 w 314"/>
                    <a:gd name="T41" fmla="*/ 157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4" h="313">
                      <a:moveTo>
                        <a:pt x="0" y="157"/>
                      </a:moveTo>
                      <a:lnTo>
                        <a:pt x="3" y="124"/>
                      </a:lnTo>
                      <a:lnTo>
                        <a:pt x="26" y="68"/>
                      </a:lnTo>
                      <a:lnTo>
                        <a:pt x="69" y="26"/>
                      </a:lnTo>
                      <a:lnTo>
                        <a:pt x="126" y="2"/>
                      </a:lnTo>
                      <a:lnTo>
                        <a:pt x="157" y="0"/>
                      </a:lnTo>
                      <a:lnTo>
                        <a:pt x="189" y="2"/>
                      </a:lnTo>
                      <a:lnTo>
                        <a:pt x="245" y="26"/>
                      </a:lnTo>
                      <a:lnTo>
                        <a:pt x="288" y="68"/>
                      </a:lnTo>
                      <a:lnTo>
                        <a:pt x="311" y="124"/>
                      </a:lnTo>
                      <a:lnTo>
                        <a:pt x="314" y="157"/>
                      </a:lnTo>
                      <a:lnTo>
                        <a:pt x="311" y="189"/>
                      </a:lnTo>
                      <a:lnTo>
                        <a:pt x="288" y="245"/>
                      </a:lnTo>
                      <a:lnTo>
                        <a:pt x="245" y="287"/>
                      </a:lnTo>
                      <a:lnTo>
                        <a:pt x="189" y="311"/>
                      </a:lnTo>
                      <a:lnTo>
                        <a:pt x="157" y="313"/>
                      </a:lnTo>
                      <a:lnTo>
                        <a:pt x="126" y="311"/>
                      </a:lnTo>
                      <a:lnTo>
                        <a:pt x="69" y="287"/>
                      </a:lnTo>
                      <a:lnTo>
                        <a:pt x="26" y="245"/>
                      </a:lnTo>
                      <a:lnTo>
                        <a:pt x="3" y="189"/>
                      </a:lnTo>
                      <a:lnTo>
                        <a:pt x="0" y="15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4" name="Freeform 181">
                  <a:extLst>
                    <a:ext uri="{FF2B5EF4-FFF2-40B4-BE49-F238E27FC236}">
                      <a16:creationId xmlns:a16="http://schemas.microsoft.com/office/drawing/2014/main" id="{836B67B9-A976-4AD7-966F-C68D7874FE62}"/>
                    </a:ext>
                  </a:extLst>
                </p:cNvPr>
                <p:cNvSpPr>
                  <a:spLocks noEditPoints="1"/>
                </p:cNvSpPr>
                <p:nvPr/>
              </p:nvSpPr>
              <p:spPr bwMode="auto">
                <a:xfrm>
                  <a:off x="514350" y="4579938"/>
                  <a:ext cx="722313" cy="346075"/>
                </a:xfrm>
                <a:custGeom>
                  <a:avLst/>
                  <a:gdLst>
                    <a:gd name="T0" fmla="*/ 1277 w 1365"/>
                    <a:gd name="T1" fmla="*/ 0 h 654"/>
                    <a:gd name="T2" fmla="*/ 1143 w 1365"/>
                    <a:gd name="T3" fmla="*/ 233 h 654"/>
                    <a:gd name="T4" fmla="*/ 851 w 1365"/>
                    <a:gd name="T5" fmla="*/ 65 h 654"/>
                    <a:gd name="T6" fmla="*/ 837 w 1365"/>
                    <a:gd name="T7" fmla="*/ 86 h 654"/>
                    <a:gd name="T8" fmla="*/ 798 w 1365"/>
                    <a:gd name="T9" fmla="*/ 121 h 654"/>
                    <a:gd name="T10" fmla="*/ 753 w 1365"/>
                    <a:gd name="T11" fmla="*/ 147 h 654"/>
                    <a:gd name="T12" fmla="*/ 702 w 1365"/>
                    <a:gd name="T13" fmla="*/ 160 h 654"/>
                    <a:gd name="T14" fmla="*/ 673 w 1365"/>
                    <a:gd name="T15" fmla="*/ 161 h 654"/>
                    <a:gd name="T16" fmla="*/ 637 w 1365"/>
                    <a:gd name="T17" fmla="*/ 160 h 654"/>
                    <a:gd name="T18" fmla="*/ 571 w 1365"/>
                    <a:gd name="T19" fmla="*/ 137 h 654"/>
                    <a:gd name="T20" fmla="*/ 518 w 1365"/>
                    <a:gd name="T21" fmla="*/ 93 h 654"/>
                    <a:gd name="T22" fmla="*/ 479 w 1365"/>
                    <a:gd name="T23" fmla="*/ 37 h 654"/>
                    <a:gd name="T24" fmla="*/ 469 w 1365"/>
                    <a:gd name="T25" fmla="*/ 4 h 654"/>
                    <a:gd name="T26" fmla="*/ 0 w 1365"/>
                    <a:gd name="T27" fmla="*/ 130 h 654"/>
                    <a:gd name="T28" fmla="*/ 139 w 1365"/>
                    <a:gd name="T29" fmla="*/ 654 h 654"/>
                    <a:gd name="T30" fmla="*/ 1365 w 1365"/>
                    <a:gd name="T31" fmla="*/ 324 h 654"/>
                    <a:gd name="T32" fmla="*/ 1277 w 1365"/>
                    <a:gd name="T33" fmla="*/ 0 h 654"/>
                    <a:gd name="T34" fmla="*/ 431 w 1365"/>
                    <a:gd name="T35" fmla="*/ 558 h 654"/>
                    <a:gd name="T36" fmla="*/ 410 w 1365"/>
                    <a:gd name="T37" fmla="*/ 556 h 654"/>
                    <a:gd name="T38" fmla="*/ 368 w 1365"/>
                    <a:gd name="T39" fmla="*/ 547 h 654"/>
                    <a:gd name="T40" fmla="*/ 330 w 1365"/>
                    <a:gd name="T41" fmla="*/ 532 h 654"/>
                    <a:gd name="T42" fmla="*/ 296 w 1365"/>
                    <a:gd name="T43" fmla="*/ 509 h 654"/>
                    <a:gd name="T44" fmla="*/ 267 w 1365"/>
                    <a:gd name="T45" fmla="*/ 480 h 654"/>
                    <a:gd name="T46" fmla="*/ 244 w 1365"/>
                    <a:gd name="T47" fmla="*/ 445 h 654"/>
                    <a:gd name="T48" fmla="*/ 228 w 1365"/>
                    <a:gd name="T49" fmla="*/ 408 h 654"/>
                    <a:gd name="T50" fmla="*/ 220 w 1365"/>
                    <a:gd name="T51" fmla="*/ 366 h 654"/>
                    <a:gd name="T52" fmla="*/ 218 w 1365"/>
                    <a:gd name="T53" fmla="*/ 344 h 654"/>
                    <a:gd name="T54" fmla="*/ 220 w 1365"/>
                    <a:gd name="T55" fmla="*/ 321 h 654"/>
                    <a:gd name="T56" fmla="*/ 228 w 1365"/>
                    <a:gd name="T57" fmla="*/ 279 h 654"/>
                    <a:gd name="T58" fmla="*/ 244 w 1365"/>
                    <a:gd name="T59" fmla="*/ 242 h 654"/>
                    <a:gd name="T60" fmla="*/ 267 w 1365"/>
                    <a:gd name="T61" fmla="*/ 207 h 654"/>
                    <a:gd name="T62" fmla="*/ 296 w 1365"/>
                    <a:gd name="T63" fmla="*/ 179 h 654"/>
                    <a:gd name="T64" fmla="*/ 330 w 1365"/>
                    <a:gd name="T65" fmla="*/ 155 h 654"/>
                    <a:gd name="T66" fmla="*/ 368 w 1365"/>
                    <a:gd name="T67" fmla="*/ 140 h 654"/>
                    <a:gd name="T68" fmla="*/ 410 w 1365"/>
                    <a:gd name="T69" fmla="*/ 131 h 654"/>
                    <a:gd name="T70" fmla="*/ 431 w 1365"/>
                    <a:gd name="T71" fmla="*/ 131 h 654"/>
                    <a:gd name="T72" fmla="*/ 453 w 1365"/>
                    <a:gd name="T73" fmla="*/ 131 h 654"/>
                    <a:gd name="T74" fmla="*/ 494 w 1365"/>
                    <a:gd name="T75" fmla="*/ 140 h 654"/>
                    <a:gd name="T76" fmla="*/ 533 w 1365"/>
                    <a:gd name="T77" fmla="*/ 155 h 654"/>
                    <a:gd name="T78" fmla="*/ 566 w 1365"/>
                    <a:gd name="T79" fmla="*/ 179 h 654"/>
                    <a:gd name="T80" fmla="*/ 597 w 1365"/>
                    <a:gd name="T81" fmla="*/ 207 h 654"/>
                    <a:gd name="T82" fmla="*/ 620 w 1365"/>
                    <a:gd name="T83" fmla="*/ 242 h 654"/>
                    <a:gd name="T84" fmla="*/ 635 w 1365"/>
                    <a:gd name="T85" fmla="*/ 279 h 654"/>
                    <a:gd name="T86" fmla="*/ 644 w 1365"/>
                    <a:gd name="T87" fmla="*/ 321 h 654"/>
                    <a:gd name="T88" fmla="*/ 644 w 1365"/>
                    <a:gd name="T89" fmla="*/ 344 h 654"/>
                    <a:gd name="T90" fmla="*/ 644 w 1365"/>
                    <a:gd name="T91" fmla="*/ 366 h 654"/>
                    <a:gd name="T92" fmla="*/ 635 w 1365"/>
                    <a:gd name="T93" fmla="*/ 408 h 654"/>
                    <a:gd name="T94" fmla="*/ 620 w 1365"/>
                    <a:gd name="T95" fmla="*/ 445 h 654"/>
                    <a:gd name="T96" fmla="*/ 597 w 1365"/>
                    <a:gd name="T97" fmla="*/ 480 h 654"/>
                    <a:gd name="T98" fmla="*/ 566 w 1365"/>
                    <a:gd name="T99" fmla="*/ 509 h 654"/>
                    <a:gd name="T100" fmla="*/ 533 w 1365"/>
                    <a:gd name="T101" fmla="*/ 532 h 654"/>
                    <a:gd name="T102" fmla="*/ 494 w 1365"/>
                    <a:gd name="T103" fmla="*/ 547 h 654"/>
                    <a:gd name="T104" fmla="*/ 453 w 1365"/>
                    <a:gd name="T105" fmla="*/ 556 h 654"/>
                    <a:gd name="T106" fmla="*/ 431 w 1365"/>
                    <a:gd name="T107" fmla="*/ 55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65" h="654">
                      <a:moveTo>
                        <a:pt x="1277" y="0"/>
                      </a:moveTo>
                      <a:lnTo>
                        <a:pt x="1143" y="233"/>
                      </a:lnTo>
                      <a:lnTo>
                        <a:pt x="851" y="65"/>
                      </a:lnTo>
                      <a:lnTo>
                        <a:pt x="837" y="86"/>
                      </a:lnTo>
                      <a:lnTo>
                        <a:pt x="798" y="121"/>
                      </a:lnTo>
                      <a:lnTo>
                        <a:pt x="753" y="147"/>
                      </a:lnTo>
                      <a:lnTo>
                        <a:pt x="702" y="160"/>
                      </a:lnTo>
                      <a:lnTo>
                        <a:pt x="673" y="161"/>
                      </a:lnTo>
                      <a:lnTo>
                        <a:pt x="637" y="160"/>
                      </a:lnTo>
                      <a:lnTo>
                        <a:pt x="571" y="137"/>
                      </a:lnTo>
                      <a:lnTo>
                        <a:pt x="518" y="93"/>
                      </a:lnTo>
                      <a:lnTo>
                        <a:pt x="479" y="37"/>
                      </a:lnTo>
                      <a:lnTo>
                        <a:pt x="469" y="4"/>
                      </a:lnTo>
                      <a:lnTo>
                        <a:pt x="0" y="130"/>
                      </a:lnTo>
                      <a:lnTo>
                        <a:pt x="139" y="654"/>
                      </a:lnTo>
                      <a:lnTo>
                        <a:pt x="1365" y="324"/>
                      </a:lnTo>
                      <a:lnTo>
                        <a:pt x="1277" y="0"/>
                      </a:lnTo>
                      <a:close/>
                      <a:moveTo>
                        <a:pt x="431" y="558"/>
                      </a:moveTo>
                      <a:lnTo>
                        <a:pt x="410" y="556"/>
                      </a:lnTo>
                      <a:lnTo>
                        <a:pt x="368" y="547"/>
                      </a:lnTo>
                      <a:lnTo>
                        <a:pt x="330" y="532"/>
                      </a:lnTo>
                      <a:lnTo>
                        <a:pt x="296" y="509"/>
                      </a:lnTo>
                      <a:lnTo>
                        <a:pt x="267" y="480"/>
                      </a:lnTo>
                      <a:lnTo>
                        <a:pt x="244" y="445"/>
                      </a:lnTo>
                      <a:lnTo>
                        <a:pt x="228" y="408"/>
                      </a:lnTo>
                      <a:lnTo>
                        <a:pt x="220" y="366"/>
                      </a:lnTo>
                      <a:lnTo>
                        <a:pt x="218" y="344"/>
                      </a:lnTo>
                      <a:lnTo>
                        <a:pt x="220" y="321"/>
                      </a:lnTo>
                      <a:lnTo>
                        <a:pt x="228" y="279"/>
                      </a:lnTo>
                      <a:lnTo>
                        <a:pt x="244" y="242"/>
                      </a:lnTo>
                      <a:lnTo>
                        <a:pt x="267" y="207"/>
                      </a:lnTo>
                      <a:lnTo>
                        <a:pt x="296" y="179"/>
                      </a:lnTo>
                      <a:lnTo>
                        <a:pt x="330" y="155"/>
                      </a:lnTo>
                      <a:lnTo>
                        <a:pt x="368" y="140"/>
                      </a:lnTo>
                      <a:lnTo>
                        <a:pt x="410" y="131"/>
                      </a:lnTo>
                      <a:lnTo>
                        <a:pt x="431" y="131"/>
                      </a:lnTo>
                      <a:lnTo>
                        <a:pt x="453" y="131"/>
                      </a:lnTo>
                      <a:lnTo>
                        <a:pt x="494" y="140"/>
                      </a:lnTo>
                      <a:lnTo>
                        <a:pt x="533" y="155"/>
                      </a:lnTo>
                      <a:lnTo>
                        <a:pt x="566" y="179"/>
                      </a:lnTo>
                      <a:lnTo>
                        <a:pt x="597" y="207"/>
                      </a:lnTo>
                      <a:lnTo>
                        <a:pt x="620" y="242"/>
                      </a:lnTo>
                      <a:lnTo>
                        <a:pt x="635" y="279"/>
                      </a:lnTo>
                      <a:lnTo>
                        <a:pt x="644" y="321"/>
                      </a:lnTo>
                      <a:lnTo>
                        <a:pt x="644" y="344"/>
                      </a:lnTo>
                      <a:lnTo>
                        <a:pt x="644" y="366"/>
                      </a:lnTo>
                      <a:lnTo>
                        <a:pt x="635" y="408"/>
                      </a:lnTo>
                      <a:lnTo>
                        <a:pt x="620" y="445"/>
                      </a:lnTo>
                      <a:lnTo>
                        <a:pt x="597" y="480"/>
                      </a:lnTo>
                      <a:lnTo>
                        <a:pt x="566" y="509"/>
                      </a:lnTo>
                      <a:lnTo>
                        <a:pt x="533" y="532"/>
                      </a:lnTo>
                      <a:lnTo>
                        <a:pt x="494" y="547"/>
                      </a:lnTo>
                      <a:lnTo>
                        <a:pt x="453" y="556"/>
                      </a:lnTo>
                      <a:lnTo>
                        <a:pt x="431" y="55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5" name="Freeform 182">
                  <a:extLst>
                    <a:ext uri="{FF2B5EF4-FFF2-40B4-BE49-F238E27FC236}">
                      <a16:creationId xmlns:a16="http://schemas.microsoft.com/office/drawing/2014/main" id="{5773DACF-27C7-4823-83A8-3C8FF2B069F2}"/>
                    </a:ext>
                  </a:extLst>
                </p:cNvPr>
                <p:cNvSpPr>
                  <a:spLocks/>
                </p:cNvSpPr>
                <p:nvPr/>
              </p:nvSpPr>
              <p:spPr bwMode="auto">
                <a:xfrm>
                  <a:off x="788988" y="4468813"/>
                  <a:ext cx="165100" cy="166688"/>
                </a:xfrm>
                <a:custGeom>
                  <a:avLst/>
                  <a:gdLst>
                    <a:gd name="T0" fmla="*/ 0 w 312"/>
                    <a:gd name="T1" fmla="*/ 157 h 314"/>
                    <a:gd name="T2" fmla="*/ 1 w 312"/>
                    <a:gd name="T3" fmla="*/ 125 h 314"/>
                    <a:gd name="T4" fmla="*/ 25 w 312"/>
                    <a:gd name="T5" fmla="*/ 69 h 314"/>
                    <a:gd name="T6" fmla="*/ 67 w 312"/>
                    <a:gd name="T7" fmla="*/ 26 h 314"/>
                    <a:gd name="T8" fmla="*/ 123 w 312"/>
                    <a:gd name="T9" fmla="*/ 3 h 314"/>
                    <a:gd name="T10" fmla="*/ 155 w 312"/>
                    <a:gd name="T11" fmla="*/ 0 h 314"/>
                    <a:gd name="T12" fmla="*/ 188 w 312"/>
                    <a:gd name="T13" fmla="*/ 3 h 314"/>
                    <a:gd name="T14" fmla="*/ 244 w 312"/>
                    <a:gd name="T15" fmla="*/ 26 h 314"/>
                    <a:gd name="T16" fmla="*/ 286 w 312"/>
                    <a:gd name="T17" fmla="*/ 69 h 314"/>
                    <a:gd name="T18" fmla="*/ 310 w 312"/>
                    <a:gd name="T19" fmla="*/ 125 h 314"/>
                    <a:gd name="T20" fmla="*/ 312 w 312"/>
                    <a:gd name="T21" fmla="*/ 157 h 314"/>
                    <a:gd name="T22" fmla="*/ 310 w 312"/>
                    <a:gd name="T23" fmla="*/ 189 h 314"/>
                    <a:gd name="T24" fmla="*/ 286 w 312"/>
                    <a:gd name="T25" fmla="*/ 245 h 314"/>
                    <a:gd name="T26" fmla="*/ 244 w 312"/>
                    <a:gd name="T27" fmla="*/ 288 h 314"/>
                    <a:gd name="T28" fmla="*/ 188 w 312"/>
                    <a:gd name="T29" fmla="*/ 311 h 314"/>
                    <a:gd name="T30" fmla="*/ 155 w 312"/>
                    <a:gd name="T31" fmla="*/ 314 h 314"/>
                    <a:gd name="T32" fmla="*/ 123 w 312"/>
                    <a:gd name="T33" fmla="*/ 311 h 314"/>
                    <a:gd name="T34" fmla="*/ 67 w 312"/>
                    <a:gd name="T35" fmla="*/ 288 h 314"/>
                    <a:gd name="T36" fmla="*/ 25 w 312"/>
                    <a:gd name="T37" fmla="*/ 245 h 314"/>
                    <a:gd name="T38" fmla="*/ 1 w 312"/>
                    <a:gd name="T39" fmla="*/ 189 h 314"/>
                    <a:gd name="T40" fmla="*/ 0 w 312"/>
                    <a:gd name="T41" fmla="*/ 157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2" h="314">
                      <a:moveTo>
                        <a:pt x="0" y="157"/>
                      </a:moveTo>
                      <a:lnTo>
                        <a:pt x="1" y="125"/>
                      </a:lnTo>
                      <a:lnTo>
                        <a:pt x="25" y="69"/>
                      </a:lnTo>
                      <a:lnTo>
                        <a:pt x="67" y="26"/>
                      </a:lnTo>
                      <a:lnTo>
                        <a:pt x="123" y="3"/>
                      </a:lnTo>
                      <a:lnTo>
                        <a:pt x="155" y="0"/>
                      </a:lnTo>
                      <a:lnTo>
                        <a:pt x="188" y="3"/>
                      </a:lnTo>
                      <a:lnTo>
                        <a:pt x="244" y="26"/>
                      </a:lnTo>
                      <a:lnTo>
                        <a:pt x="286" y="69"/>
                      </a:lnTo>
                      <a:lnTo>
                        <a:pt x="310" y="125"/>
                      </a:lnTo>
                      <a:lnTo>
                        <a:pt x="312" y="157"/>
                      </a:lnTo>
                      <a:lnTo>
                        <a:pt x="310" y="189"/>
                      </a:lnTo>
                      <a:lnTo>
                        <a:pt x="286" y="245"/>
                      </a:lnTo>
                      <a:lnTo>
                        <a:pt x="244" y="288"/>
                      </a:lnTo>
                      <a:lnTo>
                        <a:pt x="188" y="311"/>
                      </a:lnTo>
                      <a:lnTo>
                        <a:pt x="155" y="314"/>
                      </a:lnTo>
                      <a:lnTo>
                        <a:pt x="123" y="311"/>
                      </a:lnTo>
                      <a:lnTo>
                        <a:pt x="67" y="288"/>
                      </a:lnTo>
                      <a:lnTo>
                        <a:pt x="25" y="245"/>
                      </a:lnTo>
                      <a:lnTo>
                        <a:pt x="1" y="189"/>
                      </a:lnTo>
                      <a:lnTo>
                        <a:pt x="0" y="15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6" name="Freeform 183">
                  <a:extLst>
                    <a:ext uri="{FF2B5EF4-FFF2-40B4-BE49-F238E27FC236}">
                      <a16:creationId xmlns:a16="http://schemas.microsoft.com/office/drawing/2014/main" id="{94493872-D7C3-47F6-A029-B1C30C1873D8}"/>
                    </a:ext>
                  </a:extLst>
                </p:cNvPr>
                <p:cNvSpPr>
                  <a:spLocks/>
                </p:cNvSpPr>
                <p:nvPr/>
              </p:nvSpPr>
              <p:spPr bwMode="auto">
                <a:xfrm>
                  <a:off x="496888" y="4400550"/>
                  <a:ext cx="195263" cy="196850"/>
                </a:xfrm>
                <a:custGeom>
                  <a:avLst/>
                  <a:gdLst>
                    <a:gd name="T0" fmla="*/ 370 w 370"/>
                    <a:gd name="T1" fmla="*/ 185 h 370"/>
                    <a:gd name="T2" fmla="*/ 369 w 370"/>
                    <a:gd name="T3" fmla="*/ 204 h 370"/>
                    <a:gd name="T4" fmla="*/ 362 w 370"/>
                    <a:gd name="T5" fmla="*/ 240 h 370"/>
                    <a:gd name="T6" fmla="*/ 347 w 370"/>
                    <a:gd name="T7" fmla="*/ 273 h 370"/>
                    <a:gd name="T8" fmla="*/ 329 w 370"/>
                    <a:gd name="T9" fmla="*/ 304 h 370"/>
                    <a:gd name="T10" fmla="*/ 303 w 370"/>
                    <a:gd name="T11" fmla="*/ 328 h 370"/>
                    <a:gd name="T12" fmla="*/ 274 w 370"/>
                    <a:gd name="T13" fmla="*/ 348 h 370"/>
                    <a:gd name="T14" fmla="*/ 241 w 370"/>
                    <a:gd name="T15" fmla="*/ 363 h 370"/>
                    <a:gd name="T16" fmla="*/ 205 w 370"/>
                    <a:gd name="T17" fmla="*/ 370 h 370"/>
                    <a:gd name="T18" fmla="*/ 185 w 370"/>
                    <a:gd name="T19" fmla="*/ 370 h 370"/>
                    <a:gd name="T20" fmla="*/ 166 w 370"/>
                    <a:gd name="T21" fmla="*/ 370 h 370"/>
                    <a:gd name="T22" fmla="*/ 130 w 370"/>
                    <a:gd name="T23" fmla="*/ 363 h 370"/>
                    <a:gd name="T24" fmla="*/ 97 w 370"/>
                    <a:gd name="T25" fmla="*/ 348 h 370"/>
                    <a:gd name="T26" fmla="*/ 68 w 370"/>
                    <a:gd name="T27" fmla="*/ 328 h 370"/>
                    <a:gd name="T28" fmla="*/ 42 w 370"/>
                    <a:gd name="T29" fmla="*/ 304 h 370"/>
                    <a:gd name="T30" fmla="*/ 22 w 370"/>
                    <a:gd name="T31" fmla="*/ 273 h 370"/>
                    <a:gd name="T32" fmla="*/ 9 w 370"/>
                    <a:gd name="T33" fmla="*/ 240 h 370"/>
                    <a:gd name="T34" fmla="*/ 0 w 370"/>
                    <a:gd name="T35" fmla="*/ 204 h 370"/>
                    <a:gd name="T36" fmla="*/ 0 w 370"/>
                    <a:gd name="T37" fmla="*/ 185 h 370"/>
                    <a:gd name="T38" fmla="*/ 0 w 370"/>
                    <a:gd name="T39" fmla="*/ 165 h 370"/>
                    <a:gd name="T40" fmla="*/ 9 w 370"/>
                    <a:gd name="T41" fmla="*/ 129 h 370"/>
                    <a:gd name="T42" fmla="*/ 22 w 370"/>
                    <a:gd name="T43" fmla="*/ 96 h 370"/>
                    <a:gd name="T44" fmla="*/ 42 w 370"/>
                    <a:gd name="T45" fmla="*/ 67 h 370"/>
                    <a:gd name="T46" fmla="*/ 68 w 370"/>
                    <a:gd name="T47" fmla="*/ 41 h 370"/>
                    <a:gd name="T48" fmla="*/ 97 w 370"/>
                    <a:gd name="T49" fmla="*/ 23 h 370"/>
                    <a:gd name="T50" fmla="*/ 130 w 370"/>
                    <a:gd name="T51" fmla="*/ 8 h 370"/>
                    <a:gd name="T52" fmla="*/ 166 w 370"/>
                    <a:gd name="T53" fmla="*/ 1 h 370"/>
                    <a:gd name="T54" fmla="*/ 185 w 370"/>
                    <a:gd name="T55" fmla="*/ 0 h 370"/>
                    <a:gd name="T56" fmla="*/ 205 w 370"/>
                    <a:gd name="T57" fmla="*/ 1 h 370"/>
                    <a:gd name="T58" fmla="*/ 241 w 370"/>
                    <a:gd name="T59" fmla="*/ 8 h 370"/>
                    <a:gd name="T60" fmla="*/ 274 w 370"/>
                    <a:gd name="T61" fmla="*/ 23 h 370"/>
                    <a:gd name="T62" fmla="*/ 303 w 370"/>
                    <a:gd name="T63" fmla="*/ 41 h 370"/>
                    <a:gd name="T64" fmla="*/ 329 w 370"/>
                    <a:gd name="T65" fmla="*/ 67 h 370"/>
                    <a:gd name="T66" fmla="*/ 347 w 370"/>
                    <a:gd name="T67" fmla="*/ 96 h 370"/>
                    <a:gd name="T68" fmla="*/ 362 w 370"/>
                    <a:gd name="T69" fmla="*/ 129 h 370"/>
                    <a:gd name="T70" fmla="*/ 369 w 370"/>
                    <a:gd name="T71" fmla="*/ 165 h 370"/>
                    <a:gd name="T72" fmla="*/ 370 w 370"/>
                    <a:gd name="T73" fmla="*/ 185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70" h="370">
                      <a:moveTo>
                        <a:pt x="370" y="185"/>
                      </a:moveTo>
                      <a:lnTo>
                        <a:pt x="369" y="204"/>
                      </a:lnTo>
                      <a:lnTo>
                        <a:pt x="362" y="240"/>
                      </a:lnTo>
                      <a:lnTo>
                        <a:pt x="347" y="273"/>
                      </a:lnTo>
                      <a:lnTo>
                        <a:pt x="329" y="304"/>
                      </a:lnTo>
                      <a:lnTo>
                        <a:pt x="303" y="328"/>
                      </a:lnTo>
                      <a:lnTo>
                        <a:pt x="274" y="348"/>
                      </a:lnTo>
                      <a:lnTo>
                        <a:pt x="241" y="363"/>
                      </a:lnTo>
                      <a:lnTo>
                        <a:pt x="205" y="370"/>
                      </a:lnTo>
                      <a:lnTo>
                        <a:pt x="185" y="370"/>
                      </a:lnTo>
                      <a:lnTo>
                        <a:pt x="166" y="370"/>
                      </a:lnTo>
                      <a:lnTo>
                        <a:pt x="130" y="363"/>
                      </a:lnTo>
                      <a:lnTo>
                        <a:pt x="97" y="348"/>
                      </a:lnTo>
                      <a:lnTo>
                        <a:pt x="68" y="328"/>
                      </a:lnTo>
                      <a:lnTo>
                        <a:pt x="42" y="304"/>
                      </a:lnTo>
                      <a:lnTo>
                        <a:pt x="22" y="273"/>
                      </a:lnTo>
                      <a:lnTo>
                        <a:pt x="9" y="240"/>
                      </a:lnTo>
                      <a:lnTo>
                        <a:pt x="0" y="204"/>
                      </a:lnTo>
                      <a:lnTo>
                        <a:pt x="0" y="185"/>
                      </a:lnTo>
                      <a:lnTo>
                        <a:pt x="0" y="165"/>
                      </a:lnTo>
                      <a:lnTo>
                        <a:pt x="9" y="129"/>
                      </a:lnTo>
                      <a:lnTo>
                        <a:pt x="22" y="96"/>
                      </a:lnTo>
                      <a:lnTo>
                        <a:pt x="42" y="67"/>
                      </a:lnTo>
                      <a:lnTo>
                        <a:pt x="68" y="41"/>
                      </a:lnTo>
                      <a:lnTo>
                        <a:pt x="97" y="23"/>
                      </a:lnTo>
                      <a:lnTo>
                        <a:pt x="130" y="8"/>
                      </a:lnTo>
                      <a:lnTo>
                        <a:pt x="166" y="1"/>
                      </a:lnTo>
                      <a:lnTo>
                        <a:pt x="185" y="0"/>
                      </a:lnTo>
                      <a:lnTo>
                        <a:pt x="205" y="1"/>
                      </a:lnTo>
                      <a:lnTo>
                        <a:pt x="241" y="8"/>
                      </a:lnTo>
                      <a:lnTo>
                        <a:pt x="274" y="23"/>
                      </a:lnTo>
                      <a:lnTo>
                        <a:pt x="303" y="41"/>
                      </a:lnTo>
                      <a:lnTo>
                        <a:pt x="329" y="67"/>
                      </a:lnTo>
                      <a:lnTo>
                        <a:pt x="347" y="96"/>
                      </a:lnTo>
                      <a:lnTo>
                        <a:pt x="362" y="129"/>
                      </a:lnTo>
                      <a:lnTo>
                        <a:pt x="369" y="165"/>
                      </a:lnTo>
                      <a:lnTo>
                        <a:pt x="370" y="185"/>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7" name="Freeform 184">
                  <a:extLst>
                    <a:ext uri="{FF2B5EF4-FFF2-40B4-BE49-F238E27FC236}">
                      <a16:creationId xmlns:a16="http://schemas.microsoft.com/office/drawing/2014/main" id="{BA0D298A-CBD4-4CBB-9D8B-428D233F3B1E}"/>
                    </a:ext>
                  </a:extLst>
                </p:cNvPr>
                <p:cNvSpPr>
                  <a:spLocks/>
                </p:cNvSpPr>
                <p:nvPr/>
              </p:nvSpPr>
              <p:spPr bwMode="auto">
                <a:xfrm>
                  <a:off x="866775" y="4365625"/>
                  <a:ext cx="26988" cy="31750"/>
                </a:xfrm>
                <a:custGeom>
                  <a:avLst/>
                  <a:gdLst>
                    <a:gd name="T0" fmla="*/ 33 w 49"/>
                    <a:gd name="T1" fmla="*/ 0 h 62"/>
                    <a:gd name="T2" fmla="*/ 0 w 49"/>
                    <a:gd name="T3" fmla="*/ 57 h 62"/>
                    <a:gd name="T4" fmla="*/ 16 w 49"/>
                    <a:gd name="T5" fmla="*/ 62 h 62"/>
                    <a:gd name="T6" fmla="*/ 29 w 49"/>
                    <a:gd name="T7" fmla="*/ 59 h 62"/>
                    <a:gd name="T8" fmla="*/ 39 w 49"/>
                    <a:gd name="T9" fmla="*/ 55 h 62"/>
                    <a:gd name="T10" fmla="*/ 46 w 49"/>
                    <a:gd name="T11" fmla="*/ 46 h 62"/>
                    <a:gd name="T12" fmla="*/ 49 w 49"/>
                    <a:gd name="T13" fmla="*/ 37 h 62"/>
                    <a:gd name="T14" fmla="*/ 49 w 49"/>
                    <a:gd name="T15" fmla="*/ 27 h 62"/>
                    <a:gd name="T16" fmla="*/ 45 w 49"/>
                    <a:gd name="T17" fmla="*/ 16 h 62"/>
                    <a:gd name="T18" fmla="*/ 33 w 49"/>
                    <a:gd name="T19"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62">
                      <a:moveTo>
                        <a:pt x="33" y="0"/>
                      </a:moveTo>
                      <a:lnTo>
                        <a:pt x="0" y="57"/>
                      </a:lnTo>
                      <a:lnTo>
                        <a:pt x="16" y="62"/>
                      </a:lnTo>
                      <a:lnTo>
                        <a:pt x="29" y="59"/>
                      </a:lnTo>
                      <a:lnTo>
                        <a:pt x="39" y="55"/>
                      </a:lnTo>
                      <a:lnTo>
                        <a:pt x="46" y="46"/>
                      </a:lnTo>
                      <a:lnTo>
                        <a:pt x="49" y="37"/>
                      </a:lnTo>
                      <a:lnTo>
                        <a:pt x="49" y="27"/>
                      </a:lnTo>
                      <a:lnTo>
                        <a:pt x="45" y="16"/>
                      </a:lnTo>
                      <a:lnTo>
                        <a:pt x="33"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8" name="Freeform 185">
                  <a:extLst>
                    <a:ext uri="{FF2B5EF4-FFF2-40B4-BE49-F238E27FC236}">
                      <a16:creationId xmlns:a16="http://schemas.microsoft.com/office/drawing/2014/main" id="{610B946B-0148-49F7-845F-390C008D0C37}"/>
                    </a:ext>
                  </a:extLst>
                </p:cNvPr>
                <p:cNvSpPr>
                  <a:spLocks noEditPoints="1"/>
                </p:cNvSpPr>
                <p:nvPr/>
              </p:nvSpPr>
              <p:spPr bwMode="auto">
                <a:xfrm>
                  <a:off x="525463" y="4067175"/>
                  <a:ext cx="723900" cy="584200"/>
                </a:xfrm>
                <a:custGeom>
                  <a:avLst/>
                  <a:gdLst>
                    <a:gd name="T0" fmla="*/ 0 w 1368"/>
                    <a:gd name="T1" fmla="*/ 468 h 1104"/>
                    <a:gd name="T2" fmla="*/ 521 w 1368"/>
                    <a:gd name="T3" fmla="*/ 748 h 1104"/>
                    <a:gd name="T4" fmla="*/ 591 w 1368"/>
                    <a:gd name="T5" fmla="*/ 710 h 1104"/>
                    <a:gd name="T6" fmla="*/ 654 w 1368"/>
                    <a:gd name="T7" fmla="*/ 702 h 1104"/>
                    <a:gd name="T8" fmla="*/ 718 w 1368"/>
                    <a:gd name="T9" fmla="*/ 710 h 1104"/>
                    <a:gd name="T10" fmla="*/ 790 w 1368"/>
                    <a:gd name="T11" fmla="*/ 751 h 1104"/>
                    <a:gd name="T12" fmla="*/ 841 w 1368"/>
                    <a:gd name="T13" fmla="*/ 813 h 1104"/>
                    <a:gd name="T14" fmla="*/ 866 w 1368"/>
                    <a:gd name="T15" fmla="*/ 893 h 1104"/>
                    <a:gd name="T16" fmla="*/ 866 w 1368"/>
                    <a:gd name="T17" fmla="*/ 941 h 1104"/>
                    <a:gd name="T18" fmla="*/ 1097 w 1368"/>
                    <a:gd name="T19" fmla="*/ 1104 h 1104"/>
                    <a:gd name="T20" fmla="*/ 270 w 1368"/>
                    <a:gd name="T21" fmla="*/ 0 h 1104"/>
                    <a:gd name="T22" fmla="*/ 755 w 1368"/>
                    <a:gd name="T23" fmla="*/ 484 h 1104"/>
                    <a:gd name="T24" fmla="*/ 756 w 1368"/>
                    <a:gd name="T25" fmla="*/ 461 h 1104"/>
                    <a:gd name="T26" fmla="*/ 748 w 1368"/>
                    <a:gd name="T27" fmla="*/ 444 h 1104"/>
                    <a:gd name="T28" fmla="*/ 739 w 1368"/>
                    <a:gd name="T29" fmla="*/ 519 h 1104"/>
                    <a:gd name="T30" fmla="*/ 774 w 1368"/>
                    <a:gd name="T31" fmla="*/ 569 h 1104"/>
                    <a:gd name="T32" fmla="*/ 774 w 1368"/>
                    <a:gd name="T33" fmla="*/ 621 h 1104"/>
                    <a:gd name="T34" fmla="*/ 754 w 1368"/>
                    <a:gd name="T35" fmla="*/ 656 h 1104"/>
                    <a:gd name="T36" fmla="*/ 718 w 1368"/>
                    <a:gd name="T37" fmla="*/ 679 h 1104"/>
                    <a:gd name="T38" fmla="*/ 679 w 1368"/>
                    <a:gd name="T39" fmla="*/ 684 h 1104"/>
                    <a:gd name="T40" fmla="*/ 641 w 1368"/>
                    <a:gd name="T41" fmla="*/ 677 h 1104"/>
                    <a:gd name="T42" fmla="*/ 601 w 1368"/>
                    <a:gd name="T43" fmla="*/ 700 h 1104"/>
                    <a:gd name="T44" fmla="*/ 594 w 1368"/>
                    <a:gd name="T45" fmla="*/ 651 h 1104"/>
                    <a:gd name="T46" fmla="*/ 557 w 1368"/>
                    <a:gd name="T47" fmla="*/ 618 h 1104"/>
                    <a:gd name="T48" fmla="*/ 538 w 1368"/>
                    <a:gd name="T49" fmla="*/ 585 h 1104"/>
                    <a:gd name="T50" fmla="*/ 533 w 1368"/>
                    <a:gd name="T51" fmla="*/ 550 h 1104"/>
                    <a:gd name="T52" fmla="*/ 541 w 1368"/>
                    <a:gd name="T53" fmla="*/ 514 h 1104"/>
                    <a:gd name="T54" fmla="*/ 613 w 1368"/>
                    <a:gd name="T55" fmla="*/ 566 h 1104"/>
                    <a:gd name="T56" fmla="*/ 614 w 1368"/>
                    <a:gd name="T57" fmla="*/ 589 h 1104"/>
                    <a:gd name="T58" fmla="*/ 659 w 1368"/>
                    <a:gd name="T59" fmla="*/ 540 h 1104"/>
                    <a:gd name="T60" fmla="*/ 617 w 1368"/>
                    <a:gd name="T61" fmla="*/ 493 h 1104"/>
                    <a:gd name="T62" fmla="*/ 605 w 1368"/>
                    <a:gd name="T63" fmla="*/ 454 h 1104"/>
                    <a:gd name="T64" fmla="*/ 611 w 1368"/>
                    <a:gd name="T65" fmla="*/ 419 h 1104"/>
                    <a:gd name="T66" fmla="*/ 627 w 1368"/>
                    <a:gd name="T67" fmla="*/ 393 h 1104"/>
                    <a:gd name="T68" fmla="*/ 670 w 1368"/>
                    <a:gd name="T69" fmla="*/ 367 h 1104"/>
                    <a:gd name="T70" fmla="*/ 728 w 1368"/>
                    <a:gd name="T71" fmla="*/ 372 h 1104"/>
                    <a:gd name="T72" fmla="*/ 759 w 1368"/>
                    <a:gd name="T73" fmla="*/ 364 h 1104"/>
                    <a:gd name="T74" fmla="*/ 775 w 1368"/>
                    <a:gd name="T75" fmla="*/ 396 h 1104"/>
                    <a:gd name="T76" fmla="*/ 818 w 1368"/>
                    <a:gd name="T77" fmla="*/ 436 h 1104"/>
                    <a:gd name="T78" fmla="*/ 831 w 1368"/>
                    <a:gd name="T79" fmla="*/ 465 h 1104"/>
                    <a:gd name="T80" fmla="*/ 827 w 1368"/>
                    <a:gd name="T81" fmla="*/ 513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68" h="1104">
                      <a:moveTo>
                        <a:pt x="270" y="0"/>
                      </a:moveTo>
                      <a:lnTo>
                        <a:pt x="0" y="468"/>
                      </a:lnTo>
                      <a:lnTo>
                        <a:pt x="506" y="762"/>
                      </a:lnTo>
                      <a:lnTo>
                        <a:pt x="521" y="748"/>
                      </a:lnTo>
                      <a:lnTo>
                        <a:pt x="554" y="726"/>
                      </a:lnTo>
                      <a:lnTo>
                        <a:pt x="591" y="710"/>
                      </a:lnTo>
                      <a:lnTo>
                        <a:pt x="633" y="702"/>
                      </a:lnTo>
                      <a:lnTo>
                        <a:pt x="654" y="702"/>
                      </a:lnTo>
                      <a:lnTo>
                        <a:pt x="676" y="702"/>
                      </a:lnTo>
                      <a:lnTo>
                        <a:pt x="718" y="710"/>
                      </a:lnTo>
                      <a:lnTo>
                        <a:pt x="755" y="728"/>
                      </a:lnTo>
                      <a:lnTo>
                        <a:pt x="790" y="751"/>
                      </a:lnTo>
                      <a:lnTo>
                        <a:pt x="818" y="779"/>
                      </a:lnTo>
                      <a:lnTo>
                        <a:pt x="841" y="813"/>
                      </a:lnTo>
                      <a:lnTo>
                        <a:pt x="857" y="852"/>
                      </a:lnTo>
                      <a:lnTo>
                        <a:pt x="866" y="893"/>
                      </a:lnTo>
                      <a:lnTo>
                        <a:pt x="866" y="915"/>
                      </a:lnTo>
                      <a:lnTo>
                        <a:pt x="866" y="941"/>
                      </a:lnTo>
                      <a:lnTo>
                        <a:pt x="860" y="967"/>
                      </a:lnTo>
                      <a:lnTo>
                        <a:pt x="1097" y="1104"/>
                      </a:lnTo>
                      <a:lnTo>
                        <a:pt x="1368" y="634"/>
                      </a:lnTo>
                      <a:lnTo>
                        <a:pt x="270" y="0"/>
                      </a:lnTo>
                      <a:close/>
                      <a:moveTo>
                        <a:pt x="827" y="513"/>
                      </a:moveTo>
                      <a:lnTo>
                        <a:pt x="755" y="484"/>
                      </a:lnTo>
                      <a:lnTo>
                        <a:pt x="756" y="470"/>
                      </a:lnTo>
                      <a:lnTo>
                        <a:pt x="756" y="461"/>
                      </a:lnTo>
                      <a:lnTo>
                        <a:pt x="754" y="454"/>
                      </a:lnTo>
                      <a:lnTo>
                        <a:pt x="748" y="444"/>
                      </a:lnTo>
                      <a:lnTo>
                        <a:pt x="718" y="496"/>
                      </a:lnTo>
                      <a:lnTo>
                        <a:pt x="739" y="519"/>
                      </a:lnTo>
                      <a:lnTo>
                        <a:pt x="768" y="555"/>
                      </a:lnTo>
                      <a:lnTo>
                        <a:pt x="774" y="569"/>
                      </a:lnTo>
                      <a:lnTo>
                        <a:pt x="778" y="586"/>
                      </a:lnTo>
                      <a:lnTo>
                        <a:pt x="774" y="621"/>
                      </a:lnTo>
                      <a:lnTo>
                        <a:pt x="767" y="638"/>
                      </a:lnTo>
                      <a:lnTo>
                        <a:pt x="754" y="656"/>
                      </a:lnTo>
                      <a:lnTo>
                        <a:pt x="736" y="668"/>
                      </a:lnTo>
                      <a:lnTo>
                        <a:pt x="718" y="679"/>
                      </a:lnTo>
                      <a:lnTo>
                        <a:pt x="699" y="683"/>
                      </a:lnTo>
                      <a:lnTo>
                        <a:pt x="679" y="684"/>
                      </a:lnTo>
                      <a:lnTo>
                        <a:pt x="660" y="681"/>
                      </a:lnTo>
                      <a:lnTo>
                        <a:pt x="641" y="677"/>
                      </a:lnTo>
                      <a:lnTo>
                        <a:pt x="620" y="666"/>
                      </a:lnTo>
                      <a:lnTo>
                        <a:pt x="601" y="700"/>
                      </a:lnTo>
                      <a:lnTo>
                        <a:pt x="575" y="686"/>
                      </a:lnTo>
                      <a:lnTo>
                        <a:pt x="594" y="651"/>
                      </a:lnTo>
                      <a:lnTo>
                        <a:pt x="571" y="634"/>
                      </a:lnTo>
                      <a:lnTo>
                        <a:pt x="557" y="618"/>
                      </a:lnTo>
                      <a:lnTo>
                        <a:pt x="545" y="602"/>
                      </a:lnTo>
                      <a:lnTo>
                        <a:pt x="538" y="585"/>
                      </a:lnTo>
                      <a:lnTo>
                        <a:pt x="533" y="568"/>
                      </a:lnTo>
                      <a:lnTo>
                        <a:pt x="533" y="550"/>
                      </a:lnTo>
                      <a:lnTo>
                        <a:pt x="535" y="533"/>
                      </a:lnTo>
                      <a:lnTo>
                        <a:pt x="541" y="514"/>
                      </a:lnTo>
                      <a:lnTo>
                        <a:pt x="618" y="547"/>
                      </a:lnTo>
                      <a:lnTo>
                        <a:pt x="613" y="566"/>
                      </a:lnTo>
                      <a:lnTo>
                        <a:pt x="613" y="579"/>
                      </a:lnTo>
                      <a:lnTo>
                        <a:pt x="614" y="589"/>
                      </a:lnTo>
                      <a:lnTo>
                        <a:pt x="623" y="602"/>
                      </a:lnTo>
                      <a:lnTo>
                        <a:pt x="659" y="540"/>
                      </a:lnTo>
                      <a:lnTo>
                        <a:pt x="631" y="511"/>
                      </a:lnTo>
                      <a:lnTo>
                        <a:pt x="617" y="493"/>
                      </a:lnTo>
                      <a:lnTo>
                        <a:pt x="608" y="475"/>
                      </a:lnTo>
                      <a:lnTo>
                        <a:pt x="605" y="454"/>
                      </a:lnTo>
                      <a:lnTo>
                        <a:pt x="604" y="442"/>
                      </a:lnTo>
                      <a:lnTo>
                        <a:pt x="611" y="419"/>
                      </a:lnTo>
                      <a:lnTo>
                        <a:pt x="617" y="408"/>
                      </a:lnTo>
                      <a:lnTo>
                        <a:pt x="627" y="393"/>
                      </a:lnTo>
                      <a:lnTo>
                        <a:pt x="653" y="373"/>
                      </a:lnTo>
                      <a:lnTo>
                        <a:pt x="670" y="367"/>
                      </a:lnTo>
                      <a:lnTo>
                        <a:pt x="687" y="364"/>
                      </a:lnTo>
                      <a:lnTo>
                        <a:pt x="728" y="372"/>
                      </a:lnTo>
                      <a:lnTo>
                        <a:pt x="749" y="382"/>
                      </a:lnTo>
                      <a:lnTo>
                        <a:pt x="759" y="364"/>
                      </a:lnTo>
                      <a:lnTo>
                        <a:pt x="785" y="379"/>
                      </a:lnTo>
                      <a:lnTo>
                        <a:pt x="775" y="396"/>
                      </a:lnTo>
                      <a:lnTo>
                        <a:pt x="794" y="409"/>
                      </a:lnTo>
                      <a:lnTo>
                        <a:pt x="818" y="436"/>
                      </a:lnTo>
                      <a:lnTo>
                        <a:pt x="826" y="451"/>
                      </a:lnTo>
                      <a:lnTo>
                        <a:pt x="831" y="465"/>
                      </a:lnTo>
                      <a:lnTo>
                        <a:pt x="831" y="496"/>
                      </a:lnTo>
                      <a:lnTo>
                        <a:pt x="827" y="51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9" name="Freeform 186">
                  <a:extLst>
                    <a:ext uri="{FF2B5EF4-FFF2-40B4-BE49-F238E27FC236}">
                      <a16:creationId xmlns:a16="http://schemas.microsoft.com/office/drawing/2014/main" id="{BF05EA82-96A1-44C9-98EB-ECFC0B7E4CAA}"/>
                    </a:ext>
                  </a:extLst>
                </p:cNvPr>
                <p:cNvSpPr>
                  <a:spLocks/>
                </p:cNvSpPr>
                <p:nvPr/>
              </p:nvSpPr>
              <p:spPr bwMode="auto">
                <a:xfrm>
                  <a:off x="887413" y="4292600"/>
                  <a:ext cx="20638" cy="25400"/>
                </a:xfrm>
                <a:custGeom>
                  <a:avLst/>
                  <a:gdLst>
                    <a:gd name="T0" fmla="*/ 16 w 37"/>
                    <a:gd name="T1" fmla="*/ 2 h 48"/>
                    <a:gd name="T2" fmla="*/ 9 w 37"/>
                    <a:gd name="T3" fmla="*/ 6 h 48"/>
                    <a:gd name="T4" fmla="*/ 4 w 37"/>
                    <a:gd name="T5" fmla="*/ 13 h 48"/>
                    <a:gd name="T6" fmla="*/ 0 w 37"/>
                    <a:gd name="T7" fmla="*/ 21 h 48"/>
                    <a:gd name="T8" fmla="*/ 0 w 37"/>
                    <a:gd name="T9" fmla="*/ 29 h 48"/>
                    <a:gd name="T10" fmla="*/ 3 w 37"/>
                    <a:gd name="T11" fmla="*/ 38 h 48"/>
                    <a:gd name="T12" fmla="*/ 10 w 37"/>
                    <a:gd name="T13" fmla="*/ 48 h 48"/>
                    <a:gd name="T14" fmla="*/ 37 w 37"/>
                    <a:gd name="T15" fmla="*/ 2 h 48"/>
                    <a:gd name="T16" fmla="*/ 24 w 37"/>
                    <a:gd name="T17" fmla="*/ 0 h 48"/>
                    <a:gd name="T18" fmla="*/ 16 w 37"/>
                    <a:gd name="T19"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48">
                      <a:moveTo>
                        <a:pt x="16" y="2"/>
                      </a:moveTo>
                      <a:lnTo>
                        <a:pt x="9" y="6"/>
                      </a:lnTo>
                      <a:lnTo>
                        <a:pt x="4" y="13"/>
                      </a:lnTo>
                      <a:lnTo>
                        <a:pt x="0" y="21"/>
                      </a:lnTo>
                      <a:lnTo>
                        <a:pt x="0" y="29"/>
                      </a:lnTo>
                      <a:lnTo>
                        <a:pt x="3" y="38"/>
                      </a:lnTo>
                      <a:lnTo>
                        <a:pt x="10" y="48"/>
                      </a:lnTo>
                      <a:lnTo>
                        <a:pt x="37" y="2"/>
                      </a:lnTo>
                      <a:lnTo>
                        <a:pt x="24" y="0"/>
                      </a:lnTo>
                      <a:lnTo>
                        <a:pt x="16" y="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grpSp>
      </p:grpSp>
      <p:grpSp>
        <p:nvGrpSpPr>
          <p:cNvPr id="30" name="Group 29">
            <a:extLst>
              <a:ext uri="{FF2B5EF4-FFF2-40B4-BE49-F238E27FC236}">
                <a16:creationId xmlns:a16="http://schemas.microsoft.com/office/drawing/2014/main" id="{EC5FC8A7-65E5-4E3C-8E4F-2612AAB7F694}"/>
              </a:ext>
            </a:extLst>
          </p:cNvPr>
          <p:cNvGrpSpPr/>
          <p:nvPr/>
        </p:nvGrpSpPr>
        <p:grpSpPr>
          <a:xfrm>
            <a:off x="6042000" y="1850695"/>
            <a:ext cx="5795785" cy="1420276"/>
            <a:chOff x="6042000" y="1961417"/>
            <a:chExt cx="5795785" cy="1420276"/>
          </a:xfrm>
        </p:grpSpPr>
        <p:cxnSp>
          <p:nvCxnSpPr>
            <p:cNvPr id="31" name="Straight Connector 30">
              <a:extLst>
                <a:ext uri="{FF2B5EF4-FFF2-40B4-BE49-F238E27FC236}">
                  <a16:creationId xmlns:a16="http://schemas.microsoft.com/office/drawing/2014/main" id="{3E4084D0-2C95-4CD2-A715-C5551564C7CC}"/>
                </a:ext>
              </a:extLst>
            </p:cNvPr>
            <p:cNvCxnSpPr>
              <a:cxnSpLocks/>
            </p:cNvCxnSpPr>
            <p:nvPr/>
          </p:nvCxnSpPr>
          <p:spPr>
            <a:xfrm>
              <a:off x="6150000" y="2463303"/>
              <a:ext cx="1210052" cy="0"/>
            </a:xfrm>
            <a:prstGeom prst="line">
              <a:avLst/>
            </a:prstGeom>
            <a:noFill/>
            <a:ln w="12700" cap="flat" cmpd="sng" algn="ctr">
              <a:solidFill>
                <a:srgbClr val="0070C0"/>
              </a:solidFill>
              <a:prstDash val="dash"/>
              <a:miter lim="800000"/>
            </a:ln>
            <a:effectLst/>
          </p:spPr>
        </p:cxnSp>
        <p:sp>
          <p:nvSpPr>
            <p:cNvPr id="32" name="Oval 31">
              <a:extLst>
                <a:ext uri="{FF2B5EF4-FFF2-40B4-BE49-F238E27FC236}">
                  <a16:creationId xmlns:a16="http://schemas.microsoft.com/office/drawing/2014/main" id="{6A4478AE-A902-43EE-8F4E-CA6A430998A6}"/>
                </a:ext>
              </a:extLst>
            </p:cNvPr>
            <p:cNvSpPr/>
            <p:nvPr/>
          </p:nvSpPr>
          <p:spPr>
            <a:xfrm>
              <a:off x="6042000" y="2409303"/>
              <a:ext cx="108000" cy="108000"/>
            </a:xfrm>
            <a:prstGeom prst="ellipse">
              <a:avLst/>
            </a:prstGeom>
            <a:solidFill>
              <a:srgbClr val="0070C0"/>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3" name="Oval 32">
              <a:extLst>
                <a:ext uri="{FF2B5EF4-FFF2-40B4-BE49-F238E27FC236}">
                  <a16:creationId xmlns:a16="http://schemas.microsoft.com/office/drawing/2014/main" id="{AE2BA607-2F2B-4E4A-B60B-3772E5DDD52C}"/>
                </a:ext>
              </a:extLst>
            </p:cNvPr>
            <p:cNvSpPr/>
            <p:nvPr/>
          </p:nvSpPr>
          <p:spPr>
            <a:xfrm>
              <a:off x="6346090" y="2013303"/>
              <a:ext cx="900000" cy="900000"/>
            </a:xfrm>
            <a:prstGeom prst="ellipse">
              <a:avLst/>
            </a:prstGeom>
            <a:solidFill>
              <a:schemeClr val="accent1"/>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4" name="Rectangle: Single Corner Rounded 33">
              <a:extLst>
                <a:ext uri="{FF2B5EF4-FFF2-40B4-BE49-F238E27FC236}">
                  <a16:creationId xmlns:a16="http://schemas.microsoft.com/office/drawing/2014/main" id="{6C32D488-4A3D-4AD9-939E-90F1B3CF35F7}"/>
                </a:ext>
              </a:extLst>
            </p:cNvPr>
            <p:cNvSpPr/>
            <p:nvPr/>
          </p:nvSpPr>
          <p:spPr>
            <a:xfrm flipH="1">
              <a:off x="7360054" y="1961417"/>
              <a:ext cx="4477731" cy="340977"/>
            </a:xfrm>
            <a:prstGeom prst="round1Rect">
              <a:avLst>
                <a:gd name="adj" fmla="val 50000"/>
              </a:avLst>
            </a:prstGeom>
            <a:solidFill>
              <a:schemeClr val="accent1"/>
            </a:solidFill>
            <a:ln w="12700" cap="flat" cmpd="sng" algn="ctr">
              <a:noFill/>
              <a:prstDash val="solid"/>
              <a:miter lim="800000"/>
            </a:ln>
            <a:effectLst/>
          </p:spPr>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0" cap="none" spc="0" normalizeH="0" baseline="0" noProof="0">
                  <a:ln>
                    <a:noFill/>
                  </a:ln>
                  <a:solidFill>
                    <a:srgbClr val="FFFFFF"/>
                  </a:solidFill>
                  <a:effectLst/>
                  <a:uLnTx/>
                  <a:uFillTx/>
                  <a:latin typeface="Ubuntu" panose="020B0504030602030204" pitchFamily="34" charset="0"/>
                  <a:ea typeface="+mn-ea"/>
                  <a:cs typeface="+mn-cs"/>
                </a:rPr>
                <a:t>Our Analytics Skills Competencies</a:t>
              </a:r>
            </a:p>
          </p:txBody>
        </p:sp>
        <p:sp>
          <p:nvSpPr>
            <p:cNvPr id="35" name="Rectangle 34">
              <a:extLst>
                <a:ext uri="{FF2B5EF4-FFF2-40B4-BE49-F238E27FC236}">
                  <a16:creationId xmlns:a16="http://schemas.microsoft.com/office/drawing/2014/main" id="{152B085B-C1C8-4CFF-B6F0-9794F2BE3BAA}"/>
                </a:ext>
              </a:extLst>
            </p:cNvPr>
            <p:cNvSpPr/>
            <p:nvPr/>
          </p:nvSpPr>
          <p:spPr>
            <a:xfrm>
              <a:off x="7360054" y="2301693"/>
              <a:ext cx="4477731" cy="1080000"/>
            </a:xfrm>
            <a:prstGeom prst="rect">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0" cap="none" spc="0" normalizeH="0" baseline="0" noProof="0">
                  <a:ln>
                    <a:noFill/>
                  </a:ln>
                  <a:solidFill>
                    <a:prstClr val="black"/>
                  </a:solidFill>
                  <a:effectLst/>
                  <a:uLnTx/>
                  <a:uFillTx/>
                  <a:latin typeface="Ubuntu" panose="020B0504030602030204" pitchFamily="34" charset="0"/>
                  <a:ea typeface="+mn-ea"/>
                  <a:cs typeface="+mn-cs"/>
                </a:rPr>
                <a:t>Data architecture, data integration, big data, data visualisation, machine learning, text analytics, optimisation, simulation, model operationalisation</a:t>
              </a:r>
            </a:p>
          </p:txBody>
        </p:sp>
        <p:sp>
          <p:nvSpPr>
            <p:cNvPr id="36" name="Oval 35">
              <a:extLst>
                <a:ext uri="{FF2B5EF4-FFF2-40B4-BE49-F238E27FC236}">
                  <a16:creationId xmlns:a16="http://schemas.microsoft.com/office/drawing/2014/main" id="{3C6AA126-D9A5-4B40-8F50-11ADC89954A0}"/>
                </a:ext>
              </a:extLst>
            </p:cNvPr>
            <p:cNvSpPr/>
            <p:nvPr/>
          </p:nvSpPr>
          <p:spPr>
            <a:xfrm>
              <a:off x="6292090" y="1963340"/>
              <a:ext cx="1008000" cy="1008000"/>
            </a:xfrm>
            <a:prstGeom prst="ellipse">
              <a:avLst/>
            </a:prstGeom>
            <a:noFill/>
            <a:ln w="12700" cap="flat" cmpd="sng" algn="ctr">
              <a:solidFill>
                <a:srgbClr val="0070C0"/>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nvGrpSpPr>
            <p:cNvPr id="37" name="Group 36">
              <a:extLst>
                <a:ext uri="{FF2B5EF4-FFF2-40B4-BE49-F238E27FC236}">
                  <a16:creationId xmlns:a16="http://schemas.microsoft.com/office/drawing/2014/main" id="{0842985A-8282-4DBC-A59D-83D23C4F296F}"/>
                </a:ext>
              </a:extLst>
            </p:cNvPr>
            <p:cNvGrpSpPr/>
            <p:nvPr/>
          </p:nvGrpSpPr>
          <p:grpSpPr>
            <a:xfrm>
              <a:off x="6667858" y="2110012"/>
              <a:ext cx="256463" cy="714655"/>
              <a:chOff x="9580777" y="2938574"/>
              <a:chExt cx="341650" cy="952036"/>
            </a:xfrm>
            <a:solidFill>
              <a:srgbClr val="FFFFFF"/>
            </a:solidFill>
          </p:grpSpPr>
          <p:sp>
            <p:nvSpPr>
              <p:cNvPr id="38" name="Freeform 5">
                <a:extLst>
                  <a:ext uri="{FF2B5EF4-FFF2-40B4-BE49-F238E27FC236}">
                    <a16:creationId xmlns:a16="http://schemas.microsoft.com/office/drawing/2014/main" id="{4604B16C-C460-410C-A408-0FB5E4C4EBA5}"/>
                  </a:ext>
                </a:extLst>
              </p:cNvPr>
              <p:cNvSpPr>
                <a:spLocks noEditPoints="1"/>
              </p:cNvSpPr>
              <p:nvPr/>
            </p:nvSpPr>
            <p:spPr bwMode="auto">
              <a:xfrm>
                <a:off x="9790489" y="3162174"/>
                <a:ext cx="62497" cy="86107"/>
              </a:xfrm>
              <a:custGeom>
                <a:avLst/>
                <a:gdLst>
                  <a:gd name="T0" fmla="*/ 98 w 135"/>
                  <a:gd name="T1" fmla="*/ 182 h 187"/>
                  <a:gd name="T2" fmla="*/ 83 w 135"/>
                  <a:gd name="T3" fmla="*/ 186 h 187"/>
                  <a:gd name="T4" fmla="*/ 67 w 135"/>
                  <a:gd name="T5" fmla="*/ 187 h 187"/>
                  <a:gd name="T6" fmla="*/ 53 w 135"/>
                  <a:gd name="T7" fmla="*/ 186 h 187"/>
                  <a:gd name="T8" fmla="*/ 40 w 135"/>
                  <a:gd name="T9" fmla="*/ 182 h 187"/>
                  <a:gd name="T10" fmla="*/ 21 w 135"/>
                  <a:gd name="T11" fmla="*/ 172 h 187"/>
                  <a:gd name="T12" fmla="*/ 1 w 135"/>
                  <a:gd name="T13" fmla="*/ 140 h 187"/>
                  <a:gd name="T14" fmla="*/ 0 w 135"/>
                  <a:gd name="T15" fmla="*/ 118 h 187"/>
                  <a:gd name="T16" fmla="*/ 0 w 135"/>
                  <a:gd name="T17" fmla="*/ 68 h 187"/>
                  <a:gd name="T18" fmla="*/ 1 w 135"/>
                  <a:gd name="T19" fmla="*/ 48 h 187"/>
                  <a:gd name="T20" fmla="*/ 21 w 135"/>
                  <a:gd name="T21" fmla="*/ 15 h 187"/>
                  <a:gd name="T22" fmla="*/ 40 w 135"/>
                  <a:gd name="T23" fmla="*/ 6 h 187"/>
                  <a:gd name="T24" fmla="*/ 54 w 135"/>
                  <a:gd name="T25" fmla="*/ 0 h 187"/>
                  <a:gd name="T26" fmla="*/ 67 w 135"/>
                  <a:gd name="T27" fmla="*/ 0 h 187"/>
                  <a:gd name="T28" fmla="*/ 82 w 135"/>
                  <a:gd name="T29" fmla="*/ 2 h 187"/>
                  <a:gd name="T30" fmla="*/ 95 w 135"/>
                  <a:gd name="T31" fmla="*/ 6 h 187"/>
                  <a:gd name="T32" fmla="*/ 113 w 135"/>
                  <a:gd name="T33" fmla="*/ 16 h 187"/>
                  <a:gd name="T34" fmla="*/ 132 w 135"/>
                  <a:gd name="T35" fmla="*/ 48 h 187"/>
                  <a:gd name="T36" fmla="*/ 135 w 135"/>
                  <a:gd name="T37" fmla="*/ 68 h 187"/>
                  <a:gd name="T38" fmla="*/ 135 w 135"/>
                  <a:gd name="T39" fmla="*/ 118 h 187"/>
                  <a:gd name="T40" fmla="*/ 134 w 135"/>
                  <a:gd name="T41" fmla="*/ 138 h 187"/>
                  <a:gd name="T42" fmla="*/ 115 w 135"/>
                  <a:gd name="T43" fmla="*/ 170 h 187"/>
                  <a:gd name="T44" fmla="*/ 98 w 135"/>
                  <a:gd name="T45" fmla="*/ 182 h 187"/>
                  <a:gd name="T46" fmla="*/ 88 w 135"/>
                  <a:gd name="T47" fmla="*/ 68 h 187"/>
                  <a:gd name="T48" fmla="*/ 88 w 135"/>
                  <a:gd name="T49" fmla="*/ 56 h 187"/>
                  <a:gd name="T50" fmla="*/ 78 w 135"/>
                  <a:gd name="T51" fmla="*/ 42 h 187"/>
                  <a:gd name="T52" fmla="*/ 67 w 135"/>
                  <a:gd name="T53" fmla="*/ 41 h 187"/>
                  <a:gd name="T54" fmla="*/ 56 w 135"/>
                  <a:gd name="T55" fmla="*/ 42 h 187"/>
                  <a:gd name="T56" fmla="*/ 46 w 135"/>
                  <a:gd name="T57" fmla="*/ 58 h 187"/>
                  <a:gd name="T58" fmla="*/ 46 w 135"/>
                  <a:gd name="T59" fmla="*/ 68 h 187"/>
                  <a:gd name="T60" fmla="*/ 46 w 135"/>
                  <a:gd name="T61" fmla="*/ 120 h 187"/>
                  <a:gd name="T62" fmla="*/ 46 w 135"/>
                  <a:gd name="T63" fmla="*/ 130 h 187"/>
                  <a:gd name="T64" fmla="*/ 56 w 135"/>
                  <a:gd name="T65" fmla="*/ 146 h 187"/>
                  <a:gd name="T66" fmla="*/ 67 w 135"/>
                  <a:gd name="T67" fmla="*/ 147 h 187"/>
                  <a:gd name="T68" fmla="*/ 78 w 135"/>
                  <a:gd name="T69" fmla="*/ 146 h 187"/>
                  <a:gd name="T70" fmla="*/ 88 w 135"/>
                  <a:gd name="T71" fmla="*/ 131 h 187"/>
                  <a:gd name="T72" fmla="*/ 88 w 135"/>
                  <a:gd name="T73" fmla="*/ 120 h 187"/>
                  <a:gd name="T74" fmla="*/ 88 w 135"/>
                  <a:gd name="T75" fmla="*/ 68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5" h="187">
                    <a:moveTo>
                      <a:pt x="98" y="182"/>
                    </a:moveTo>
                    <a:lnTo>
                      <a:pt x="83" y="186"/>
                    </a:lnTo>
                    <a:lnTo>
                      <a:pt x="67" y="187"/>
                    </a:lnTo>
                    <a:lnTo>
                      <a:pt x="53" y="186"/>
                    </a:lnTo>
                    <a:lnTo>
                      <a:pt x="40" y="182"/>
                    </a:lnTo>
                    <a:lnTo>
                      <a:pt x="21" y="172"/>
                    </a:lnTo>
                    <a:lnTo>
                      <a:pt x="1" y="140"/>
                    </a:lnTo>
                    <a:lnTo>
                      <a:pt x="0" y="118"/>
                    </a:lnTo>
                    <a:lnTo>
                      <a:pt x="0" y="68"/>
                    </a:lnTo>
                    <a:lnTo>
                      <a:pt x="1" y="48"/>
                    </a:lnTo>
                    <a:lnTo>
                      <a:pt x="21" y="15"/>
                    </a:lnTo>
                    <a:lnTo>
                      <a:pt x="40" y="6"/>
                    </a:lnTo>
                    <a:lnTo>
                      <a:pt x="54" y="0"/>
                    </a:lnTo>
                    <a:lnTo>
                      <a:pt x="67" y="0"/>
                    </a:lnTo>
                    <a:lnTo>
                      <a:pt x="82" y="2"/>
                    </a:lnTo>
                    <a:lnTo>
                      <a:pt x="95" y="6"/>
                    </a:lnTo>
                    <a:lnTo>
                      <a:pt x="113" y="16"/>
                    </a:lnTo>
                    <a:lnTo>
                      <a:pt x="132" y="48"/>
                    </a:lnTo>
                    <a:lnTo>
                      <a:pt x="135" y="68"/>
                    </a:lnTo>
                    <a:lnTo>
                      <a:pt x="135" y="118"/>
                    </a:lnTo>
                    <a:lnTo>
                      <a:pt x="134" y="138"/>
                    </a:lnTo>
                    <a:lnTo>
                      <a:pt x="115" y="170"/>
                    </a:lnTo>
                    <a:lnTo>
                      <a:pt x="98" y="182"/>
                    </a:lnTo>
                    <a:close/>
                    <a:moveTo>
                      <a:pt x="88" y="68"/>
                    </a:moveTo>
                    <a:lnTo>
                      <a:pt x="88" y="56"/>
                    </a:lnTo>
                    <a:lnTo>
                      <a:pt x="78" y="42"/>
                    </a:lnTo>
                    <a:lnTo>
                      <a:pt x="67" y="41"/>
                    </a:lnTo>
                    <a:lnTo>
                      <a:pt x="56" y="42"/>
                    </a:lnTo>
                    <a:lnTo>
                      <a:pt x="46" y="58"/>
                    </a:lnTo>
                    <a:lnTo>
                      <a:pt x="46" y="68"/>
                    </a:lnTo>
                    <a:lnTo>
                      <a:pt x="46" y="120"/>
                    </a:lnTo>
                    <a:lnTo>
                      <a:pt x="46" y="130"/>
                    </a:lnTo>
                    <a:lnTo>
                      <a:pt x="56" y="146"/>
                    </a:lnTo>
                    <a:lnTo>
                      <a:pt x="67" y="147"/>
                    </a:lnTo>
                    <a:lnTo>
                      <a:pt x="78" y="146"/>
                    </a:lnTo>
                    <a:lnTo>
                      <a:pt x="88" y="131"/>
                    </a:lnTo>
                    <a:lnTo>
                      <a:pt x="88" y="120"/>
                    </a:lnTo>
                    <a:lnTo>
                      <a:pt x="88" y="6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9" name="Freeform 6">
                <a:extLst>
                  <a:ext uri="{FF2B5EF4-FFF2-40B4-BE49-F238E27FC236}">
                    <a16:creationId xmlns:a16="http://schemas.microsoft.com/office/drawing/2014/main" id="{FA21AA8E-AEE4-400A-BA65-660C99FDC451}"/>
                  </a:ext>
                </a:extLst>
              </p:cNvPr>
              <p:cNvSpPr>
                <a:spLocks noEditPoints="1"/>
              </p:cNvSpPr>
              <p:nvPr/>
            </p:nvSpPr>
            <p:spPr bwMode="auto">
              <a:xfrm>
                <a:off x="9734937" y="3019125"/>
                <a:ext cx="69441" cy="86107"/>
              </a:xfrm>
              <a:custGeom>
                <a:avLst/>
                <a:gdLst>
                  <a:gd name="T0" fmla="*/ 84 w 150"/>
                  <a:gd name="T1" fmla="*/ 184 h 187"/>
                  <a:gd name="T2" fmla="*/ 68 w 150"/>
                  <a:gd name="T3" fmla="*/ 187 h 187"/>
                  <a:gd name="T4" fmla="*/ 52 w 150"/>
                  <a:gd name="T5" fmla="*/ 184 h 187"/>
                  <a:gd name="T6" fmla="*/ 39 w 150"/>
                  <a:gd name="T7" fmla="*/ 179 h 187"/>
                  <a:gd name="T8" fmla="*/ 28 w 150"/>
                  <a:gd name="T9" fmla="*/ 171 h 187"/>
                  <a:gd name="T10" fmla="*/ 12 w 150"/>
                  <a:gd name="T11" fmla="*/ 156 h 187"/>
                  <a:gd name="T12" fmla="*/ 0 w 150"/>
                  <a:gd name="T13" fmla="*/ 120 h 187"/>
                  <a:gd name="T14" fmla="*/ 3 w 150"/>
                  <a:gd name="T15" fmla="*/ 100 h 187"/>
                  <a:gd name="T16" fmla="*/ 16 w 150"/>
                  <a:gd name="T17" fmla="*/ 51 h 187"/>
                  <a:gd name="T18" fmla="*/ 23 w 150"/>
                  <a:gd name="T19" fmla="*/ 31 h 187"/>
                  <a:gd name="T20" fmla="*/ 51 w 150"/>
                  <a:gd name="T21" fmla="*/ 5 h 187"/>
                  <a:gd name="T22" fmla="*/ 71 w 150"/>
                  <a:gd name="T23" fmla="*/ 0 h 187"/>
                  <a:gd name="T24" fmla="*/ 85 w 150"/>
                  <a:gd name="T25" fmla="*/ 0 h 187"/>
                  <a:gd name="T26" fmla="*/ 100 w 150"/>
                  <a:gd name="T27" fmla="*/ 1 h 187"/>
                  <a:gd name="T28" fmla="*/ 113 w 150"/>
                  <a:gd name="T29" fmla="*/ 7 h 187"/>
                  <a:gd name="T30" fmla="*/ 124 w 150"/>
                  <a:gd name="T31" fmla="*/ 14 h 187"/>
                  <a:gd name="T32" fmla="*/ 140 w 150"/>
                  <a:gd name="T33" fmla="*/ 28 h 187"/>
                  <a:gd name="T34" fmla="*/ 150 w 150"/>
                  <a:gd name="T35" fmla="*/ 64 h 187"/>
                  <a:gd name="T36" fmla="*/ 147 w 150"/>
                  <a:gd name="T37" fmla="*/ 84 h 187"/>
                  <a:gd name="T38" fmla="*/ 134 w 150"/>
                  <a:gd name="T39" fmla="*/ 133 h 187"/>
                  <a:gd name="T40" fmla="*/ 128 w 150"/>
                  <a:gd name="T41" fmla="*/ 152 h 187"/>
                  <a:gd name="T42" fmla="*/ 103 w 150"/>
                  <a:gd name="T43" fmla="*/ 178 h 187"/>
                  <a:gd name="T44" fmla="*/ 84 w 150"/>
                  <a:gd name="T45" fmla="*/ 184 h 187"/>
                  <a:gd name="T46" fmla="*/ 103 w 150"/>
                  <a:gd name="T47" fmla="*/ 71 h 187"/>
                  <a:gd name="T48" fmla="*/ 104 w 150"/>
                  <a:gd name="T49" fmla="*/ 61 h 187"/>
                  <a:gd name="T50" fmla="*/ 98 w 150"/>
                  <a:gd name="T51" fmla="*/ 44 h 187"/>
                  <a:gd name="T52" fmla="*/ 88 w 150"/>
                  <a:gd name="T53" fmla="*/ 41 h 187"/>
                  <a:gd name="T54" fmla="*/ 78 w 150"/>
                  <a:gd name="T55" fmla="*/ 40 h 187"/>
                  <a:gd name="T56" fmla="*/ 65 w 150"/>
                  <a:gd name="T57" fmla="*/ 51 h 187"/>
                  <a:gd name="T58" fmla="*/ 61 w 150"/>
                  <a:gd name="T59" fmla="*/ 61 h 187"/>
                  <a:gd name="T60" fmla="*/ 48 w 150"/>
                  <a:gd name="T61" fmla="*/ 112 h 187"/>
                  <a:gd name="T62" fmla="*/ 46 w 150"/>
                  <a:gd name="T63" fmla="*/ 123 h 187"/>
                  <a:gd name="T64" fmla="*/ 52 w 150"/>
                  <a:gd name="T65" fmla="*/ 139 h 187"/>
                  <a:gd name="T66" fmla="*/ 62 w 150"/>
                  <a:gd name="T67" fmla="*/ 143 h 187"/>
                  <a:gd name="T68" fmla="*/ 74 w 150"/>
                  <a:gd name="T69" fmla="*/ 145 h 187"/>
                  <a:gd name="T70" fmla="*/ 87 w 150"/>
                  <a:gd name="T71" fmla="*/ 133 h 187"/>
                  <a:gd name="T72" fmla="*/ 90 w 150"/>
                  <a:gd name="T73" fmla="*/ 123 h 187"/>
                  <a:gd name="T74" fmla="*/ 103 w 150"/>
                  <a:gd name="T75" fmla="*/ 71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0" h="187">
                    <a:moveTo>
                      <a:pt x="84" y="184"/>
                    </a:moveTo>
                    <a:lnTo>
                      <a:pt x="68" y="187"/>
                    </a:lnTo>
                    <a:lnTo>
                      <a:pt x="52" y="184"/>
                    </a:lnTo>
                    <a:lnTo>
                      <a:pt x="39" y="179"/>
                    </a:lnTo>
                    <a:lnTo>
                      <a:pt x="28" y="171"/>
                    </a:lnTo>
                    <a:lnTo>
                      <a:pt x="12" y="156"/>
                    </a:lnTo>
                    <a:lnTo>
                      <a:pt x="0" y="120"/>
                    </a:lnTo>
                    <a:lnTo>
                      <a:pt x="3" y="100"/>
                    </a:lnTo>
                    <a:lnTo>
                      <a:pt x="16" y="51"/>
                    </a:lnTo>
                    <a:lnTo>
                      <a:pt x="23" y="31"/>
                    </a:lnTo>
                    <a:lnTo>
                      <a:pt x="51" y="5"/>
                    </a:lnTo>
                    <a:lnTo>
                      <a:pt x="71" y="0"/>
                    </a:lnTo>
                    <a:lnTo>
                      <a:pt x="85" y="0"/>
                    </a:lnTo>
                    <a:lnTo>
                      <a:pt x="100" y="1"/>
                    </a:lnTo>
                    <a:lnTo>
                      <a:pt x="113" y="7"/>
                    </a:lnTo>
                    <a:lnTo>
                      <a:pt x="124" y="14"/>
                    </a:lnTo>
                    <a:lnTo>
                      <a:pt x="140" y="28"/>
                    </a:lnTo>
                    <a:lnTo>
                      <a:pt x="150" y="64"/>
                    </a:lnTo>
                    <a:lnTo>
                      <a:pt x="147" y="84"/>
                    </a:lnTo>
                    <a:lnTo>
                      <a:pt x="134" y="133"/>
                    </a:lnTo>
                    <a:lnTo>
                      <a:pt x="128" y="152"/>
                    </a:lnTo>
                    <a:lnTo>
                      <a:pt x="103" y="178"/>
                    </a:lnTo>
                    <a:lnTo>
                      <a:pt x="84" y="184"/>
                    </a:lnTo>
                    <a:close/>
                    <a:moveTo>
                      <a:pt x="103" y="71"/>
                    </a:moveTo>
                    <a:lnTo>
                      <a:pt x="104" y="61"/>
                    </a:lnTo>
                    <a:lnTo>
                      <a:pt x="98" y="44"/>
                    </a:lnTo>
                    <a:lnTo>
                      <a:pt x="88" y="41"/>
                    </a:lnTo>
                    <a:lnTo>
                      <a:pt x="78" y="40"/>
                    </a:lnTo>
                    <a:lnTo>
                      <a:pt x="65" y="51"/>
                    </a:lnTo>
                    <a:lnTo>
                      <a:pt x="61" y="61"/>
                    </a:lnTo>
                    <a:lnTo>
                      <a:pt x="48" y="112"/>
                    </a:lnTo>
                    <a:lnTo>
                      <a:pt x="46" y="123"/>
                    </a:lnTo>
                    <a:lnTo>
                      <a:pt x="52" y="139"/>
                    </a:lnTo>
                    <a:lnTo>
                      <a:pt x="62" y="143"/>
                    </a:lnTo>
                    <a:lnTo>
                      <a:pt x="74" y="145"/>
                    </a:lnTo>
                    <a:lnTo>
                      <a:pt x="87" y="133"/>
                    </a:lnTo>
                    <a:lnTo>
                      <a:pt x="90" y="123"/>
                    </a:lnTo>
                    <a:lnTo>
                      <a:pt x="103" y="71"/>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0" name="Freeform 7">
                <a:extLst>
                  <a:ext uri="{FF2B5EF4-FFF2-40B4-BE49-F238E27FC236}">
                    <a16:creationId xmlns:a16="http://schemas.microsoft.com/office/drawing/2014/main" id="{929016DC-7B0C-470E-AC9B-D9BFB4B6DE48}"/>
                  </a:ext>
                </a:extLst>
              </p:cNvPr>
              <p:cNvSpPr>
                <a:spLocks/>
              </p:cNvSpPr>
              <p:nvPr/>
            </p:nvSpPr>
            <p:spPr bwMode="auto">
              <a:xfrm>
                <a:off x="9629387" y="2938574"/>
                <a:ext cx="40276" cy="84717"/>
              </a:xfrm>
              <a:custGeom>
                <a:avLst/>
                <a:gdLst>
                  <a:gd name="T0" fmla="*/ 42 w 88"/>
                  <a:gd name="T1" fmla="*/ 183 h 183"/>
                  <a:gd name="T2" fmla="*/ 32 w 88"/>
                  <a:gd name="T3" fmla="*/ 42 h 183"/>
                  <a:gd name="T4" fmla="*/ 3 w 88"/>
                  <a:gd name="T5" fmla="*/ 43 h 183"/>
                  <a:gd name="T6" fmla="*/ 0 w 88"/>
                  <a:gd name="T7" fmla="*/ 5 h 183"/>
                  <a:gd name="T8" fmla="*/ 75 w 88"/>
                  <a:gd name="T9" fmla="*/ 0 h 183"/>
                  <a:gd name="T10" fmla="*/ 88 w 88"/>
                  <a:gd name="T11" fmla="*/ 180 h 183"/>
                  <a:gd name="T12" fmla="*/ 42 w 88"/>
                  <a:gd name="T13" fmla="*/ 183 h 183"/>
                </a:gdLst>
                <a:ahLst/>
                <a:cxnLst>
                  <a:cxn ang="0">
                    <a:pos x="T0" y="T1"/>
                  </a:cxn>
                  <a:cxn ang="0">
                    <a:pos x="T2" y="T3"/>
                  </a:cxn>
                  <a:cxn ang="0">
                    <a:pos x="T4" y="T5"/>
                  </a:cxn>
                  <a:cxn ang="0">
                    <a:pos x="T6" y="T7"/>
                  </a:cxn>
                  <a:cxn ang="0">
                    <a:pos x="T8" y="T9"/>
                  </a:cxn>
                  <a:cxn ang="0">
                    <a:pos x="T10" y="T11"/>
                  </a:cxn>
                  <a:cxn ang="0">
                    <a:pos x="T12" y="T13"/>
                  </a:cxn>
                </a:cxnLst>
                <a:rect l="0" t="0" r="r" b="b"/>
                <a:pathLst>
                  <a:path w="88" h="183">
                    <a:moveTo>
                      <a:pt x="42" y="183"/>
                    </a:moveTo>
                    <a:lnTo>
                      <a:pt x="32" y="42"/>
                    </a:lnTo>
                    <a:lnTo>
                      <a:pt x="3" y="43"/>
                    </a:lnTo>
                    <a:lnTo>
                      <a:pt x="0" y="5"/>
                    </a:lnTo>
                    <a:lnTo>
                      <a:pt x="75" y="0"/>
                    </a:lnTo>
                    <a:lnTo>
                      <a:pt x="88" y="180"/>
                    </a:lnTo>
                    <a:lnTo>
                      <a:pt x="42" y="18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1" name="Freeform 8">
                <a:extLst>
                  <a:ext uri="{FF2B5EF4-FFF2-40B4-BE49-F238E27FC236}">
                    <a16:creationId xmlns:a16="http://schemas.microsoft.com/office/drawing/2014/main" id="{5FF2F720-103C-4AA0-9C6C-6C88462355D8}"/>
                  </a:ext>
                </a:extLst>
              </p:cNvPr>
              <p:cNvSpPr>
                <a:spLocks/>
              </p:cNvSpPr>
              <p:nvPr/>
            </p:nvSpPr>
            <p:spPr bwMode="auto">
              <a:xfrm>
                <a:off x="9689105" y="3159396"/>
                <a:ext cx="40276" cy="84717"/>
              </a:xfrm>
              <a:custGeom>
                <a:avLst/>
                <a:gdLst>
                  <a:gd name="T0" fmla="*/ 41 w 87"/>
                  <a:gd name="T1" fmla="*/ 183 h 183"/>
                  <a:gd name="T2" fmla="*/ 31 w 87"/>
                  <a:gd name="T3" fmla="*/ 42 h 183"/>
                  <a:gd name="T4" fmla="*/ 2 w 87"/>
                  <a:gd name="T5" fmla="*/ 43 h 183"/>
                  <a:gd name="T6" fmla="*/ 0 w 87"/>
                  <a:gd name="T7" fmla="*/ 4 h 183"/>
                  <a:gd name="T8" fmla="*/ 76 w 87"/>
                  <a:gd name="T9" fmla="*/ 0 h 183"/>
                  <a:gd name="T10" fmla="*/ 87 w 87"/>
                  <a:gd name="T11" fmla="*/ 180 h 183"/>
                  <a:gd name="T12" fmla="*/ 41 w 87"/>
                  <a:gd name="T13" fmla="*/ 183 h 183"/>
                </a:gdLst>
                <a:ahLst/>
                <a:cxnLst>
                  <a:cxn ang="0">
                    <a:pos x="T0" y="T1"/>
                  </a:cxn>
                  <a:cxn ang="0">
                    <a:pos x="T2" y="T3"/>
                  </a:cxn>
                  <a:cxn ang="0">
                    <a:pos x="T4" y="T5"/>
                  </a:cxn>
                  <a:cxn ang="0">
                    <a:pos x="T6" y="T7"/>
                  </a:cxn>
                  <a:cxn ang="0">
                    <a:pos x="T8" y="T9"/>
                  </a:cxn>
                  <a:cxn ang="0">
                    <a:pos x="T10" y="T11"/>
                  </a:cxn>
                  <a:cxn ang="0">
                    <a:pos x="T12" y="T13"/>
                  </a:cxn>
                </a:cxnLst>
                <a:rect l="0" t="0" r="r" b="b"/>
                <a:pathLst>
                  <a:path w="87" h="183">
                    <a:moveTo>
                      <a:pt x="41" y="183"/>
                    </a:moveTo>
                    <a:lnTo>
                      <a:pt x="31" y="42"/>
                    </a:lnTo>
                    <a:lnTo>
                      <a:pt x="2" y="43"/>
                    </a:lnTo>
                    <a:lnTo>
                      <a:pt x="0" y="4"/>
                    </a:lnTo>
                    <a:lnTo>
                      <a:pt x="76" y="0"/>
                    </a:lnTo>
                    <a:lnTo>
                      <a:pt x="87" y="180"/>
                    </a:lnTo>
                    <a:lnTo>
                      <a:pt x="41" y="18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2" name="Freeform 9">
                <a:extLst>
                  <a:ext uri="{FF2B5EF4-FFF2-40B4-BE49-F238E27FC236}">
                    <a16:creationId xmlns:a16="http://schemas.microsoft.com/office/drawing/2014/main" id="{05070B98-6D4F-4C71-94DF-7BD3CAE13383}"/>
                  </a:ext>
                </a:extLst>
              </p:cNvPr>
              <p:cNvSpPr>
                <a:spLocks/>
              </p:cNvSpPr>
              <p:nvPr/>
            </p:nvSpPr>
            <p:spPr bwMode="auto">
              <a:xfrm>
                <a:off x="9875207" y="3081623"/>
                <a:ext cx="47220" cy="90273"/>
              </a:xfrm>
              <a:custGeom>
                <a:avLst/>
                <a:gdLst>
                  <a:gd name="T0" fmla="*/ 0 w 102"/>
                  <a:gd name="T1" fmla="*/ 181 h 196"/>
                  <a:gd name="T2" fmla="*/ 46 w 102"/>
                  <a:gd name="T3" fmla="*/ 46 h 196"/>
                  <a:gd name="T4" fmla="*/ 17 w 102"/>
                  <a:gd name="T5" fmla="*/ 38 h 196"/>
                  <a:gd name="T6" fmla="*/ 30 w 102"/>
                  <a:gd name="T7" fmla="*/ 0 h 196"/>
                  <a:gd name="T8" fmla="*/ 102 w 102"/>
                  <a:gd name="T9" fmla="*/ 25 h 196"/>
                  <a:gd name="T10" fmla="*/ 43 w 102"/>
                  <a:gd name="T11" fmla="*/ 196 h 196"/>
                  <a:gd name="T12" fmla="*/ 0 w 102"/>
                  <a:gd name="T13" fmla="*/ 181 h 196"/>
                </a:gdLst>
                <a:ahLst/>
                <a:cxnLst>
                  <a:cxn ang="0">
                    <a:pos x="T0" y="T1"/>
                  </a:cxn>
                  <a:cxn ang="0">
                    <a:pos x="T2" y="T3"/>
                  </a:cxn>
                  <a:cxn ang="0">
                    <a:pos x="T4" y="T5"/>
                  </a:cxn>
                  <a:cxn ang="0">
                    <a:pos x="T6" y="T7"/>
                  </a:cxn>
                  <a:cxn ang="0">
                    <a:pos x="T8" y="T9"/>
                  </a:cxn>
                  <a:cxn ang="0">
                    <a:pos x="T10" y="T11"/>
                  </a:cxn>
                  <a:cxn ang="0">
                    <a:pos x="T12" y="T13"/>
                  </a:cxn>
                </a:cxnLst>
                <a:rect l="0" t="0" r="r" b="b"/>
                <a:pathLst>
                  <a:path w="102" h="196">
                    <a:moveTo>
                      <a:pt x="0" y="181"/>
                    </a:moveTo>
                    <a:lnTo>
                      <a:pt x="46" y="46"/>
                    </a:lnTo>
                    <a:lnTo>
                      <a:pt x="17" y="38"/>
                    </a:lnTo>
                    <a:lnTo>
                      <a:pt x="30" y="0"/>
                    </a:lnTo>
                    <a:lnTo>
                      <a:pt x="102" y="25"/>
                    </a:lnTo>
                    <a:lnTo>
                      <a:pt x="43" y="196"/>
                    </a:lnTo>
                    <a:lnTo>
                      <a:pt x="0" y="181"/>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3" name="Freeform 10">
                <a:extLst>
                  <a:ext uri="{FF2B5EF4-FFF2-40B4-BE49-F238E27FC236}">
                    <a16:creationId xmlns:a16="http://schemas.microsoft.com/office/drawing/2014/main" id="{7973C97E-4624-4D24-9EF4-8B2C43413246}"/>
                  </a:ext>
                </a:extLst>
              </p:cNvPr>
              <p:cNvSpPr>
                <a:spLocks/>
              </p:cNvSpPr>
              <p:nvPr/>
            </p:nvSpPr>
            <p:spPr bwMode="auto">
              <a:xfrm>
                <a:off x="9580777" y="3099677"/>
                <a:ext cx="40276" cy="84717"/>
              </a:xfrm>
              <a:custGeom>
                <a:avLst/>
                <a:gdLst>
                  <a:gd name="T0" fmla="*/ 41 w 87"/>
                  <a:gd name="T1" fmla="*/ 184 h 184"/>
                  <a:gd name="T2" fmla="*/ 31 w 87"/>
                  <a:gd name="T3" fmla="*/ 42 h 184"/>
                  <a:gd name="T4" fmla="*/ 2 w 87"/>
                  <a:gd name="T5" fmla="*/ 45 h 184"/>
                  <a:gd name="T6" fmla="*/ 0 w 87"/>
                  <a:gd name="T7" fmla="*/ 6 h 184"/>
                  <a:gd name="T8" fmla="*/ 76 w 87"/>
                  <a:gd name="T9" fmla="*/ 0 h 184"/>
                  <a:gd name="T10" fmla="*/ 87 w 87"/>
                  <a:gd name="T11" fmla="*/ 180 h 184"/>
                  <a:gd name="T12" fmla="*/ 41 w 87"/>
                  <a:gd name="T13" fmla="*/ 184 h 184"/>
                </a:gdLst>
                <a:ahLst/>
                <a:cxnLst>
                  <a:cxn ang="0">
                    <a:pos x="T0" y="T1"/>
                  </a:cxn>
                  <a:cxn ang="0">
                    <a:pos x="T2" y="T3"/>
                  </a:cxn>
                  <a:cxn ang="0">
                    <a:pos x="T4" y="T5"/>
                  </a:cxn>
                  <a:cxn ang="0">
                    <a:pos x="T6" y="T7"/>
                  </a:cxn>
                  <a:cxn ang="0">
                    <a:pos x="T8" y="T9"/>
                  </a:cxn>
                  <a:cxn ang="0">
                    <a:pos x="T10" y="T11"/>
                  </a:cxn>
                  <a:cxn ang="0">
                    <a:pos x="T12" y="T13"/>
                  </a:cxn>
                </a:cxnLst>
                <a:rect l="0" t="0" r="r" b="b"/>
                <a:pathLst>
                  <a:path w="87" h="184">
                    <a:moveTo>
                      <a:pt x="41" y="184"/>
                    </a:moveTo>
                    <a:lnTo>
                      <a:pt x="31" y="42"/>
                    </a:lnTo>
                    <a:lnTo>
                      <a:pt x="2" y="45"/>
                    </a:lnTo>
                    <a:lnTo>
                      <a:pt x="0" y="6"/>
                    </a:lnTo>
                    <a:lnTo>
                      <a:pt x="76" y="0"/>
                    </a:lnTo>
                    <a:lnTo>
                      <a:pt x="87" y="180"/>
                    </a:lnTo>
                    <a:lnTo>
                      <a:pt x="41" y="18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4" name="Freeform 11">
                <a:extLst>
                  <a:ext uri="{FF2B5EF4-FFF2-40B4-BE49-F238E27FC236}">
                    <a16:creationId xmlns:a16="http://schemas.microsoft.com/office/drawing/2014/main" id="{D7E17752-22FD-4205-9DA9-CC4CD25B1081}"/>
                  </a:ext>
                </a:extLst>
              </p:cNvPr>
              <p:cNvSpPr>
                <a:spLocks/>
              </p:cNvSpPr>
              <p:nvPr/>
            </p:nvSpPr>
            <p:spPr bwMode="auto">
              <a:xfrm>
                <a:off x="9839098" y="2967740"/>
                <a:ext cx="36109" cy="87495"/>
              </a:xfrm>
              <a:custGeom>
                <a:avLst/>
                <a:gdLst>
                  <a:gd name="T0" fmla="*/ 8 w 80"/>
                  <a:gd name="T1" fmla="*/ 182 h 190"/>
                  <a:gd name="T2" fmla="*/ 29 w 80"/>
                  <a:gd name="T3" fmla="*/ 41 h 190"/>
                  <a:gd name="T4" fmla="*/ 0 w 80"/>
                  <a:gd name="T5" fmla="*/ 37 h 190"/>
                  <a:gd name="T6" fmla="*/ 6 w 80"/>
                  <a:gd name="T7" fmla="*/ 0 h 190"/>
                  <a:gd name="T8" fmla="*/ 80 w 80"/>
                  <a:gd name="T9" fmla="*/ 10 h 190"/>
                  <a:gd name="T10" fmla="*/ 53 w 80"/>
                  <a:gd name="T11" fmla="*/ 190 h 190"/>
                  <a:gd name="T12" fmla="*/ 8 w 80"/>
                  <a:gd name="T13" fmla="*/ 182 h 190"/>
                </a:gdLst>
                <a:ahLst/>
                <a:cxnLst>
                  <a:cxn ang="0">
                    <a:pos x="T0" y="T1"/>
                  </a:cxn>
                  <a:cxn ang="0">
                    <a:pos x="T2" y="T3"/>
                  </a:cxn>
                  <a:cxn ang="0">
                    <a:pos x="T4" y="T5"/>
                  </a:cxn>
                  <a:cxn ang="0">
                    <a:pos x="T6" y="T7"/>
                  </a:cxn>
                  <a:cxn ang="0">
                    <a:pos x="T8" y="T9"/>
                  </a:cxn>
                  <a:cxn ang="0">
                    <a:pos x="T10" y="T11"/>
                  </a:cxn>
                  <a:cxn ang="0">
                    <a:pos x="T12" y="T13"/>
                  </a:cxn>
                </a:cxnLst>
                <a:rect l="0" t="0" r="r" b="b"/>
                <a:pathLst>
                  <a:path w="80" h="190">
                    <a:moveTo>
                      <a:pt x="8" y="182"/>
                    </a:moveTo>
                    <a:lnTo>
                      <a:pt x="29" y="41"/>
                    </a:lnTo>
                    <a:lnTo>
                      <a:pt x="0" y="37"/>
                    </a:lnTo>
                    <a:lnTo>
                      <a:pt x="6" y="0"/>
                    </a:lnTo>
                    <a:lnTo>
                      <a:pt x="80" y="10"/>
                    </a:lnTo>
                    <a:lnTo>
                      <a:pt x="53" y="190"/>
                    </a:lnTo>
                    <a:lnTo>
                      <a:pt x="8" y="18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5" name="Freeform 61">
                <a:extLst>
                  <a:ext uri="{FF2B5EF4-FFF2-40B4-BE49-F238E27FC236}">
                    <a16:creationId xmlns:a16="http://schemas.microsoft.com/office/drawing/2014/main" id="{03BCE67E-6968-4E73-A396-E54862B6DF76}"/>
                  </a:ext>
                </a:extLst>
              </p:cNvPr>
              <p:cNvSpPr>
                <a:spLocks/>
              </p:cNvSpPr>
              <p:nvPr/>
            </p:nvSpPr>
            <p:spPr bwMode="auto">
              <a:xfrm>
                <a:off x="9627304" y="3361470"/>
                <a:ext cx="248598" cy="529140"/>
              </a:xfrm>
              <a:custGeom>
                <a:avLst/>
                <a:gdLst>
                  <a:gd name="T0" fmla="*/ 0 w 537"/>
                  <a:gd name="T1" fmla="*/ 100 h 1144"/>
                  <a:gd name="T2" fmla="*/ 0 w 537"/>
                  <a:gd name="T3" fmla="*/ 813 h 1144"/>
                  <a:gd name="T4" fmla="*/ 0 w 537"/>
                  <a:gd name="T5" fmla="*/ 885 h 1144"/>
                  <a:gd name="T6" fmla="*/ 1 w 537"/>
                  <a:gd name="T7" fmla="*/ 912 h 1144"/>
                  <a:gd name="T8" fmla="*/ 11 w 537"/>
                  <a:gd name="T9" fmla="*/ 963 h 1144"/>
                  <a:gd name="T10" fmla="*/ 31 w 537"/>
                  <a:gd name="T11" fmla="*/ 1009 h 1144"/>
                  <a:gd name="T12" fmla="*/ 59 w 537"/>
                  <a:gd name="T13" fmla="*/ 1051 h 1144"/>
                  <a:gd name="T14" fmla="*/ 95 w 537"/>
                  <a:gd name="T15" fmla="*/ 1085 h 1144"/>
                  <a:gd name="T16" fmla="*/ 135 w 537"/>
                  <a:gd name="T17" fmla="*/ 1113 h 1144"/>
                  <a:gd name="T18" fmla="*/ 182 w 537"/>
                  <a:gd name="T19" fmla="*/ 1133 h 1144"/>
                  <a:gd name="T20" fmla="*/ 233 w 537"/>
                  <a:gd name="T21" fmla="*/ 1143 h 1144"/>
                  <a:gd name="T22" fmla="*/ 258 w 537"/>
                  <a:gd name="T23" fmla="*/ 1144 h 1144"/>
                  <a:gd name="T24" fmla="*/ 280 w 537"/>
                  <a:gd name="T25" fmla="*/ 1144 h 1144"/>
                  <a:gd name="T26" fmla="*/ 306 w 537"/>
                  <a:gd name="T27" fmla="*/ 1143 h 1144"/>
                  <a:gd name="T28" fmla="*/ 356 w 537"/>
                  <a:gd name="T29" fmla="*/ 1133 h 1144"/>
                  <a:gd name="T30" fmla="*/ 402 w 537"/>
                  <a:gd name="T31" fmla="*/ 1113 h 1144"/>
                  <a:gd name="T32" fmla="*/ 444 w 537"/>
                  <a:gd name="T33" fmla="*/ 1085 h 1144"/>
                  <a:gd name="T34" fmla="*/ 478 w 537"/>
                  <a:gd name="T35" fmla="*/ 1051 h 1144"/>
                  <a:gd name="T36" fmla="*/ 507 w 537"/>
                  <a:gd name="T37" fmla="*/ 1009 h 1144"/>
                  <a:gd name="T38" fmla="*/ 527 w 537"/>
                  <a:gd name="T39" fmla="*/ 963 h 1144"/>
                  <a:gd name="T40" fmla="*/ 537 w 537"/>
                  <a:gd name="T41" fmla="*/ 912 h 1144"/>
                  <a:gd name="T42" fmla="*/ 537 w 537"/>
                  <a:gd name="T43" fmla="*/ 885 h 1144"/>
                  <a:gd name="T44" fmla="*/ 537 w 537"/>
                  <a:gd name="T45" fmla="*/ 813 h 1144"/>
                  <a:gd name="T46" fmla="*/ 537 w 537"/>
                  <a:gd name="T47" fmla="*/ 706 h 1144"/>
                  <a:gd name="T48" fmla="*/ 201 w 537"/>
                  <a:gd name="T49" fmla="*/ 706 h 1144"/>
                  <a:gd name="T50" fmla="*/ 188 w 537"/>
                  <a:gd name="T51" fmla="*/ 705 h 1144"/>
                  <a:gd name="T52" fmla="*/ 171 w 537"/>
                  <a:gd name="T53" fmla="*/ 688 h 1144"/>
                  <a:gd name="T54" fmla="*/ 169 w 537"/>
                  <a:gd name="T55" fmla="*/ 675 h 1144"/>
                  <a:gd name="T56" fmla="*/ 171 w 537"/>
                  <a:gd name="T57" fmla="*/ 662 h 1144"/>
                  <a:gd name="T58" fmla="*/ 188 w 537"/>
                  <a:gd name="T59" fmla="*/ 644 h 1144"/>
                  <a:gd name="T60" fmla="*/ 201 w 537"/>
                  <a:gd name="T61" fmla="*/ 643 h 1144"/>
                  <a:gd name="T62" fmla="*/ 537 w 537"/>
                  <a:gd name="T63" fmla="*/ 643 h 1144"/>
                  <a:gd name="T64" fmla="*/ 537 w 537"/>
                  <a:gd name="T65" fmla="*/ 546 h 1144"/>
                  <a:gd name="T66" fmla="*/ 293 w 537"/>
                  <a:gd name="T67" fmla="*/ 546 h 1144"/>
                  <a:gd name="T68" fmla="*/ 280 w 537"/>
                  <a:gd name="T69" fmla="*/ 545 h 1144"/>
                  <a:gd name="T70" fmla="*/ 263 w 537"/>
                  <a:gd name="T71" fmla="*/ 528 h 1144"/>
                  <a:gd name="T72" fmla="*/ 261 w 537"/>
                  <a:gd name="T73" fmla="*/ 515 h 1144"/>
                  <a:gd name="T74" fmla="*/ 263 w 537"/>
                  <a:gd name="T75" fmla="*/ 502 h 1144"/>
                  <a:gd name="T76" fmla="*/ 280 w 537"/>
                  <a:gd name="T77" fmla="*/ 483 h 1144"/>
                  <a:gd name="T78" fmla="*/ 293 w 537"/>
                  <a:gd name="T79" fmla="*/ 482 h 1144"/>
                  <a:gd name="T80" fmla="*/ 537 w 537"/>
                  <a:gd name="T81" fmla="*/ 482 h 1144"/>
                  <a:gd name="T82" fmla="*/ 537 w 537"/>
                  <a:gd name="T83" fmla="*/ 386 h 1144"/>
                  <a:gd name="T84" fmla="*/ 201 w 537"/>
                  <a:gd name="T85" fmla="*/ 386 h 1144"/>
                  <a:gd name="T86" fmla="*/ 188 w 537"/>
                  <a:gd name="T87" fmla="*/ 385 h 1144"/>
                  <a:gd name="T88" fmla="*/ 171 w 537"/>
                  <a:gd name="T89" fmla="*/ 366 h 1144"/>
                  <a:gd name="T90" fmla="*/ 169 w 537"/>
                  <a:gd name="T91" fmla="*/ 353 h 1144"/>
                  <a:gd name="T92" fmla="*/ 171 w 537"/>
                  <a:gd name="T93" fmla="*/ 340 h 1144"/>
                  <a:gd name="T94" fmla="*/ 188 w 537"/>
                  <a:gd name="T95" fmla="*/ 323 h 1144"/>
                  <a:gd name="T96" fmla="*/ 201 w 537"/>
                  <a:gd name="T97" fmla="*/ 322 h 1144"/>
                  <a:gd name="T98" fmla="*/ 537 w 537"/>
                  <a:gd name="T99" fmla="*/ 322 h 1144"/>
                  <a:gd name="T100" fmla="*/ 537 w 537"/>
                  <a:gd name="T101" fmla="*/ 226 h 1144"/>
                  <a:gd name="T102" fmla="*/ 293 w 537"/>
                  <a:gd name="T103" fmla="*/ 226 h 1144"/>
                  <a:gd name="T104" fmla="*/ 280 w 537"/>
                  <a:gd name="T105" fmla="*/ 224 h 1144"/>
                  <a:gd name="T106" fmla="*/ 263 w 537"/>
                  <a:gd name="T107" fmla="*/ 206 h 1144"/>
                  <a:gd name="T108" fmla="*/ 261 w 537"/>
                  <a:gd name="T109" fmla="*/ 193 h 1144"/>
                  <a:gd name="T110" fmla="*/ 263 w 537"/>
                  <a:gd name="T111" fmla="*/ 180 h 1144"/>
                  <a:gd name="T112" fmla="*/ 280 w 537"/>
                  <a:gd name="T113" fmla="*/ 163 h 1144"/>
                  <a:gd name="T114" fmla="*/ 293 w 537"/>
                  <a:gd name="T115" fmla="*/ 162 h 1144"/>
                  <a:gd name="T116" fmla="*/ 537 w 537"/>
                  <a:gd name="T117" fmla="*/ 162 h 1144"/>
                  <a:gd name="T118" fmla="*/ 537 w 537"/>
                  <a:gd name="T119" fmla="*/ 100 h 1144"/>
                  <a:gd name="T120" fmla="*/ 537 w 537"/>
                  <a:gd name="T121" fmla="*/ 0 h 1144"/>
                  <a:gd name="T122" fmla="*/ 0 w 537"/>
                  <a:gd name="T123" fmla="*/ 0 h 1144"/>
                  <a:gd name="T124" fmla="*/ 0 w 537"/>
                  <a:gd name="T125" fmla="*/ 100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37" h="1144">
                    <a:moveTo>
                      <a:pt x="0" y="100"/>
                    </a:moveTo>
                    <a:lnTo>
                      <a:pt x="0" y="813"/>
                    </a:lnTo>
                    <a:lnTo>
                      <a:pt x="0" y="885"/>
                    </a:lnTo>
                    <a:lnTo>
                      <a:pt x="1" y="912"/>
                    </a:lnTo>
                    <a:lnTo>
                      <a:pt x="11" y="963"/>
                    </a:lnTo>
                    <a:lnTo>
                      <a:pt x="31" y="1009"/>
                    </a:lnTo>
                    <a:lnTo>
                      <a:pt x="59" y="1051"/>
                    </a:lnTo>
                    <a:lnTo>
                      <a:pt x="95" y="1085"/>
                    </a:lnTo>
                    <a:lnTo>
                      <a:pt x="135" y="1113"/>
                    </a:lnTo>
                    <a:lnTo>
                      <a:pt x="182" y="1133"/>
                    </a:lnTo>
                    <a:lnTo>
                      <a:pt x="233" y="1143"/>
                    </a:lnTo>
                    <a:lnTo>
                      <a:pt x="258" y="1144"/>
                    </a:lnTo>
                    <a:lnTo>
                      <a:pt x="280" y="1144"/>
                    </a:lnTo>
                    <a:lnTo>
                      <a:pt x="306" y="1143"/>
                    </a:lnTo>
                    <a:lnTo>
                      <a:pt x="356" y="1133"/>
                    </a:lnTo>
                    <a:lnTo>
                      <a:pt x="402" y="1113"/>
                    </a:lnTo>
                    <a:lnTo>
                      <a:pt x="444" y="1085"/>
                    </a:lnTo>
                    <a:lnTo>
                      <a:pt x="478" y="1051"/>
                    </a:lnTo>
                    <a:lnTo>
                      <a:pt x="507" y="1009"/>
                    </a:lnTo>
                    <a:lnTo>
                      <a:pt x="527" y="963"/>
                    </a:lnTo>
                    <a:lnTo>
                      <a:pt x="537" y="912"/>
                    </a:lnTo>
                    <a:lnTo>
                      <a:pt x="537" y="885"/>
                    </a:lnTo>
                    <a:lnTo>
                      <a:pt x="537" y="813"/>
                    </a:lnTo>
                    <a:lnTo>
                      <a:pt x="537" y="706"/>
                    </a:lnTo>
                    <a:lnTo>
                      <a:pt x="201" y="706"/>
                    </a:lnTo>
                    <a:lnTo>
                      <a:pt x="188" y="705"/>
                    </a:lnTo>
                    <a:lnTo>
                      <a:pt x="171" y="688"/>
                    </a:lnTo>
                    <a:lnTo>
                      <a:pt x="169" y="675"/>
                    </a:lnTo>
                    <a:lnTo>
                      <a:pt x="171" y="662"/>
                    </a:lnTo>
                    <a:lnTo>
                      <a:pt x="188" y="644"/>
                    </a:lnTo>
                    <a:lnTo>
                      <a:pt x="201" y="643"/>
                    </a:lnTo>
                    <a:lnTo>
                      <a:pt x="537" y="643"/>
                    </a:lnTo>
                    <a:lnTo>
                      <a:pt x="537" y="546"/>
                    </a:lnTo>
                    <a:lnTo>
                      <a:pt x="293" y="546"/>
                    </a:lnTo>
                    <a:lnTo>
                      <a:pt x="280" y="545"/>
                    </a:lnTo>
                    <a:lnTo>
                      <a:pt x="263" y="528"/>
                    </a:lnTo>
                    <a:lnTo>
                      <a:pt x="261" y="515"/>
                    </a:lnTo>
                    <a:lnTo>
                      <a:pt x="263" y="502"/>
                    </a:lnTo>
                    <a:lnTo>
                      <a:pt x="280" y="483"/>
                    </a:lnTo>
                    <a:lnTo>
                      <a:pt x="293" y="482"/>
                    </a:lnTo>
                    <a:lnTo>
                      <a:pt x="537" y="482"/>
                    </a:lnTo>
                    <a:lnTo>
                      <a:pt x="537" y="386"/>
                    </a:lnTo>
                    <a:lnTo>
                      <a:pt x="201" y="386"/>
                    </a:lnTo>
                    <a:lnTo>
                      <a:pt x="188" y="385"/>
                    </a:lnTo>
                    <a:lnTo>
                      <a:pt x="171" y="366"/>
                    </a:lnTo>
                    <a:lnTo>
                      <a:pt x="169" y="353"/>
                    </a:lnTo>
                    <a:lnTo>
                      <a:pt x="171" y="340"/>
                    </a:lnTo>
                    <a:lnTo>
                      <a:pt x="188" y="323"/>
                    </a:lnTo>
                    <a:lnTo>
                      <a:pt x="201" y="322"/>
                    </a:lnTo>
                    <a:lnTo>
                      <a:pt x="537" y="322"/>
                    </a:lnTo>
                    <a:lnTo>
                      <a:pt x="537" y="226"/>
                    </a:lnTo>
                    <a:lnTo>
                      <a:pt x="293" y="226"/>
                    </a:lnTo>
                    <a:lnTo>
                      <a:pt x="280" y="224"/>
                    </a:lnTo>
                    <a:lnTo>
                      <a:pt x="263" y="206"/>
                    </a:lnTo>
                    <a:lnTo>
                      <a:pt x="261" y="193"/>
                    </a:lnTo>
                    <a:lnTo>
                      <a:pt x="263" y="180"/>
                    </a:lnTo>
                    <a:lnTo>
                      <a:pt x="280" y="163"/>
                    </a:lnTo>
                    <a:lnTo>
                      <a:pt x="293" y="162"/>
                    </a:lnTo>
                    <a:lnTo>
                      <a:pt x="537" y="162"/>
                    </a:lnTo>
                    <a:lnTo>
                      <a:pt x="537" y="100"/>
                    </a:lnTo>
                    <a:lnTo>
                      <a:pt x="537" y="0"/>
                    </a:lnTo>
                    <a:lnTo>
                      <a:pt x="0" y="0"/>
                    </a:lnTo>
                    <a:lnTo>
                      <a:pt x="0" y="10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6" name="Freeform 62">
                <a:extLst>
                  <a:ext uri="{FF2B5EF4-FFF2-40B4-BE49-F238E27FC236}">
                    <a16:creationId xmlns:a16="http://schemas.microsoft.com/office/drawing/2014/main" id="{6FCE7F87-386C-4EBD-A540-370206CC4B88}"/>
                  </a:ext>
                </a:extLst>
              </p:cNvPr>
              <p:cNvSpPr>
                <a:spLocks/>
              </p:cNvSpPr>
              <p:nvPr/>
            </p:nvSpPr>
            <p:spPr bwMode="auto">
              <a:xfrm>
                <a:off x="9592583" y="3268419"/>
                <a:ext cx="318039" cy="52775"/>
              </a:xfrm>
              <a:custGeom>
                <a:avLst/>
                <a:gdLst>
                  <a:gd name="T0" fmla="*/ 645 w 688"/>
                  <a:gd name="T1" fmla="*/ 0 h 116"/>
                  <a:gd name="T2" fmla="*/ 618 w 688"/>
                  <a:gd name="T3" fmla="*/ 0 h 116"/>
                  <a:gd name="T4" fmla="*/ 70 w 688"/>
                  <a:gd name="T5" fmla="*/ 0 h 116"/>
                  <a:gd name="T6" fmla="*/ 43 w 688"/>
                  <a:gd name="T7" fmla="*/ 0 h 116"/>
                  <a:gd name="T8" fmla="*/ 26 w 688"/>
                  <a:gd name="T9" fmla="*/ 3 h 116"/>
                  <a:gd name="T10" fmla="*/ 3 w 688"/>
                  <a:gd name="T11" fmla="*/ 26 h 116"/>
                  <a:gd name="T12" fmla="*/ 0 w 688"/>
                  <a:gd name="T13" fmla="*/ 44 h 116"/>
                  <a:gd name="T14" fmla="*/ 0 w 688"/>
                  <a:gd name="T15" fmla="*/ 72 h 116"/>
                  <a:gd name="T16" fmla="*/ 1 w 688"/>
                  <a:gd name="T17" fmla="*/ 88 h 116"/>
                  <a:gd name="T18" fmla="*/ 19 w 688"/>
                  <a:gd name="T19" fmla="*/ 108 h 116"/>
                  <a:gd name="T20" fmla="*/ 32 w 688"/>
                  <a:gd name="T21" fmla="*/ 114 h 116"/>
                  <a:gd name="T22" fmla="*/ 37 w 688"/>
                  <a:gd name="T23" fmla="*/ 116 h 116"/>
                  <a:gd name="T24" fmla="*/ 43 w 688"/>
                  <a:gd name="T25" fmla="*/ 116 h 116"/>
                  <a:gd name="T26" fmla="*/ 75 w 688"/>
                  <a:gd name="T27" fmla="*/ 116 h 116"/>
                  <a:gd name="T28" fmla="*/ 612 w 688"/>
                  <a:gd name="T29" fmla="*/ 116 h 116"/>
                  <a:gd name="T30" fmla="*/ 645 w 688"/>
                  <a:gd name="T31" fmla="*/ 116 h 116"/>
                  <a:gd name="T32" fmla="*/ 651 w 688"/>
                  <a:gd name="T33" fmla="*/ 116 h 116"/>
                  <a:gd name="T34" fmla="*/ 655 w 688"/>
                  <a:gd name="T35" fmla="*/ 114 h 116"/>
                  <a:gd name="T36" fmla="*/ 668 w 688"/>
                  <a:gd name="T37" fmla="*/ 108 h 116"/>
                  <a:gd name="T38" fmla="*/ 687 w 688"/>
                  <a:gd name="T39" fmla="*/ 88 h 116"/>
                  <a:gd name="T40" fmla="*/ 688 w 688"/>
                  <a:gd name="T41" fmla="*/ 72 h 116"/>
                  <a:gd name="T42" fmla="*/ 688 w 688"/>
                  <a:gd name="T43" fmla="*/ 44 h 116"/>
                  <a:gd name="T44" fmla="*/ 686 w 688"/>
                  <a:gd name="T45" fmla="*/ 26 h 116"/>
                  <a:gd name="T46" fmla="*/ 663 w 688"/>
                  <a:gd name="T47" fmla="*/ 3 h 116"/>
                  <a:gd name="T48" fmla="*/ 645 w 688"/>
                  <a:gd name="T4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8" h="116">
                    <a:moveTo>
                      <a:pt x="645" y="0"/>
                    </a:moveTo>
                    <a:lnTo>
                      <a:pt x="618" y="0"/>
                    </a:lnTo>
                    <a:lnTo>
                      <a:pt x="70" y="0"/>
                    </a:lnTo>
                    <a:lnTo>
                      <a:pt x="43" y="0"/>
                    </a:lnTo>
                    <a:lnTo>
                      <a:pt x="26" y="3"/>
                    </a:lnTo>
                    <a:lnTo>
                      <a:pt x="3" y="26"/>
                    </a:lnTo>
                    <a:lnTo>
                      <a:pt x="0" y="44"/>
                    </a:lnTo>
                    <a:lnTo>
                      <a:pt x="0" y="72"/>
                    </a:lnTo>
                    <a:lnTo>
                      <a:pt x="1" y="88"/>
                    </a:lnTo>
                    <a:lnTo>
                      <a:pt x="19" y="108"/>
                    </a:lnTo>
                    <a:lnTo>
                      <a:pt x="32" y="114"/>
                    </a:lnTo>
                    <a:lnTo>
                      <a:pt x="37" y="116"/>
                    </a:lnTo>
                    <a:lnTo>
                      <a:pt x="43" y="116"/>
                    </a:lnTo>
                    <a:lnTo>
                      <a:pt x="75" y="116"/>
                    </a:lnTo>
                    <a:lnTo>
                      <a:pt x="612" y="116"/>
                    </a:lnTo>
                    <a:lnTo>
                      <a:pt x="645" y="116"/>
                    </a:lnTo>
                    <a:lnTo>
                      <a:pt x="651" y="116"/>
                    </a:lnTo>
                    <a:lnTo>
                      <a:pt x="655" y="114"/>
                    </a:lnTo>
                    <a:lnTo>
                      <a:pt x="668" y="108"/>
                    </a:lnTo>
                    <a:lnTo>
                      <a:pt x="687" y="88"/>
                    </a:lnTo>
                    <a:lnTo>
                      <a:pt x="688" y="72"/>
                    </a:lnTo>
                    <a:lnTo>
                      <a:pt x="688" y="44"/>
                    </a:lnTo>
                    <a:lnTo>
                      <a:pt x="686" y="26"/>
                    </a:lnTo>
                    <a:lnTo>
                      <a:pt x="663" y="3"/>
                    </a:lnTo>
                    <a:lnTo>
                      <a:pt x="645"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grpSp>
      <p:grpSp>
        <p:nvGrpSpPr>
          <p:cNvPr id="47" name="Group 46">
            <a:extLst>
              <a:ext uri="{FF2B5EF4-FFF2-40B4-BE49-F238E27FC236}">
                <a16:creationId xmlns:a16="http://schemas.microsoft.com/office/drawing/2014/main" id="{A2F6EF51-830F-48DE-A4E0-5E71E41CA456}"/>
              </a:ext>
            </a:extLst>
          </p:cNvPr>
          <p:cNvGrpSpPr/>
          <p:nvPr/>
        </p:nvGrpSpPr>
        <p:grpSpPr>
          <a:xfrm>
            <a:off x="6042000" y="5040587"/>
            <a:ext cx="5795785" cy="1148742"/>
            <a:chOff x="6042000" y="5353794"/>
            <a:chExt cx="5795785" cy="1148742"/>
          </a:xfrm>
        </p:grpSpPr>
        <p:cxnSp>
          <p:nvCxnSpPr>
            <p:cNvPr id="48" name="Straight Connector 47">
              <a:extLst>
                <a:ext uri="{FF2B5EF4-FFF2-40B4-BE49-F238E27FC236}">
                  <a16:creationId xmlns:a16="http://schemas.microsoft.com/office/drawing/2014/main" id="{074F55FD-8C8D-44BD-A851-A06390ED0058}"/>
                </a:ext>
              </a:extLst>
            </p:cNvPr>
            <p:cNvCxnSpPr>
              <a:cxnSpLocks/>
            </p:cNvCxnSpPr>
            <p:nvPr/>
          </p:nvCxnSpPr>
          <p:spPr>
            <a:xfrm>
              <a:off x="6150000" y="5857257"/>
              <a:ext cx="1210052" cy="0"/>
            </a:xfrm>
            <a:prstGeom prst="line">
              <a:avLst/>
            </a:prstGeom>
            <a:noFill/>
            <a:ln w="12700" cap="flat" cmpd="sng" algn="ctr">
              <a:solidFill>
                <a:schemeClr val="accent3">
                  <a:lumMod val="75000"/>
                </a:schemeClr>
              </a:solidFill>
              <a:prstDash val="dash"/>
              <a:miter lim="800000"/>
            </a:ln>
            <a:effectLst/>
          </p:spPr>
        </p:cxnSp>
        <p:sp>
          <p:nvSpPr>
            <p:cNvPr id="49" name="Oval 48">
              <a:extLst>
                <a:ext uri="{FF2B5EF4-FFF2-40B4-BE49-F238E27FC236}">
                  <a16:creationId xmlns:a16="http://schemas.microsoft.com/office/drawing/2014/main" id="{E06D3FFB-2690-44AE-B038-5972178D73E4}"/>
                </a:ext>
              </a:extLst>
            </p:cNvPr>
            <p:cNvSpPr/>
            <p:nvPr/>
          </p:nvSpPr>
          <p:spPr>
            <a:xfrm>
              <a:off x="6042000" y="5803257"/>
              <a:ext cx="108000" cy="108000"/>
            </a:xfrm>
            <a:prstGeom prst="ellipse">
              <a:avLst/>
            </a:prstGeom>
            <a:solidFill>
              <a:schemeClr val="accent3">
                <a:lumMod val="75000"/>
              </a:schemeClr>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50" name="Oval 49">
              <a:extLst>
                <a:ext uri="{FF2B5EF4-FFF2-40B4-BE49-F238E27FC236}">
                  <a16:creationId xmlns:a16="http://schemas.microsoft.com/office/drawing/2014/main" id="{60F6855A-C22F-4C42-8C42-A8A3DB365C22}"/>
                </a:ext>
              </a:extLst>
            </p:cNvPr>
            <p:cNvSpPr/>
            <p:nvPr/>
          </p:nvSpPr>
          <p:spPr>
            <a:xfrm>
              <a:off x="6346090" y="5407257"/>
              <a:ext cx="900000" cy="900000"/>
            </a:xfrm>
            <a:prstGeom prst="ellipse">
              <a:avLst/>
            </a:prstGeom>
            <a:solidFill>
              <a:schemeClr val="accent3"/>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51" name="Rectangle: Single Corner Rounded 50">
              <a:extLst>
                <a:ext uri="{FF2B5EF4-FFF2-40B4-BE49-F238E27FC236}">
                  <a16:creationId xmlns:a16="http://schemas.microsoft.com/office/drawing/2014/main" id="{8158733C-DB00-4DF3-A7D6-570F371A272F}"/>
                </a:ext>
              </a:extLst>
            </p:cNvPr>
            <p:cNvSpPr/>
            <p:nvPr/>
          </p:nvSpPr>
          <p:spPr>
            <a:xfrm flipH="1">
              <a:off x="7360054" y="5353794"/>
              <a:ext cx="4477731" cy="340977"/>
            </a:xfrm>
            <a:prstGeom prst="round1Rect">
              <a:avLst>
                <a:gd name="adj" fmla="val 50000"/>
              </a:avLst>
            </a:prstGeom>
            <a:solidFill>
              <a:schemeClr val="accent3"/>
            </a:solidFill>
            <a:ln w="12700" cap="flat" cmpd="sng" algn="ctr">
              <a:noFill/>
              <a:prstDash val="solid"/>
              <a:miter lim="800000"/>
            </a:ln>
            <a:effectLst/>
          </p:spPr>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0" cap="none" spc="0" normalizeH="0" baseline="0" noProof="0">
                  <a:ln>
                    <a:noFill/>
                  </a:ln>
                  <a:solidFill>
                    <a:srgbClr val="FFFFFF"/>
                  </a:solidFill>
                  <a:effectLst/>
                  <a:uLnTx/>
                  <a:uFillTx/>
                  <a:latin typeface="Ubuntu" panose="020B0504030602030204" pitchFamily="34" charset="0"/>
                  <a:ea typeface="+mn-ea"/>
                  <a:cs typeface="+mn-cs"/>
                </a:rPr>
                <a:t>Our Project Success Stories</a:t>
              </a:r>
            </a:p>
          </p:txBody>
        </p:sp>
        <p:sp>
          <p:nvSpPr>
            <p:cNvPr id="52" name="Rectangle 51">
              <a:extLst>
                <a:ext uri="{FF2B5EF4-FFF2-40B4-BE49-F238E27FC236}">
                  <a16:creationId xmlns:a16="http://schemas.microsoft.com/office/drawing/2014/main" id="{29128225-F628-4901-86D4-D54078CAEDD7}"/>
                </a:ext>
              </a:extLst>
            </p:cNvPr>
            <p:cNvSpPr/>
            <p:nvPr/>
          </p:nvSpPr>
          <p:spPr>
            <a:xfrm>
              <a:off x="7360054" y="5694770"/>
              <a:ext cx="4477731" cy="807766"/>
            </a:xfrm>
            <a:prstGeom prst="rect">
              <a:avLst/>
            </a:prstGeom>
            <a:solidFill>
              <a:schemeClr val="accent3">
                <a:lumMod val="20000"/>
                <a:lumOff val="80000"/>
              </a:schemeClr>
            </a:solidFill>
            <a:ln w="12700" cap="flat" cmpd="sng" algn="ctr">
              <a:noFill/>
              <a:prstDash val="solid"/>
              <a:miter lim="800000"/>
            </a:ln>
            <a:effectLst/>
          </p:spPr>
          <p:txBody>
            <a:bodyPr lIns="900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0" cap="none" spc="0" normalizeH="0" baseline="0" noProof="0">
                  <a:ln>
                    <a:noFill/>
                  </a:ln>
                  <a:solidFill>
                    <a:prstClr val="black"/>
                  </a:solidFill>
                  <a:effectLst/>
                  <a:uLnTx/>
                  <a:uFillTx/>
                  <a:latin typeface="Ubuntu" panose="020B0504030602030204" pitchFamily="34" charset="0"/>
                  <a:ea typeface="+mn-ea"/>
                  <a:cs typeface="+mn-cs"/>
                </a:rPr>
                <a:t>Consultancy studies, proof-of-concept projects and large-scale end-to-end data analytics projects</a:t>
              </a:r>
            </a:p>
          </p:txBody>
        </p:sp>
        <p:sp>
          <p:nvSpPr>
            <p:cNvPr id="53" name="Oval 52">
              <a:extLst>
                <a:ext uri="{FF2B5EF4-FFF2-40B4-BE49-F238E27FC236}">
                  <a16:creationId xmlns:a16="http://schemas.microsoft.com/office/drawing/2014/main" id="{A6C971D9-9844-4489-9553-A374FD994184}"/>
                </a:ext>
              </a:extLst>
            </p:cNvPr>
            <p:cNvSpPr/>
            <p:nvPr/>
          </p:nvSpPr>
          <p:spPr>
            <a:xfrm>
              <a:off x="6292090" y="5357831"/>
              <a:ext cx="1008000" cy="1008000"/>
            </a:xfrm>
            <a:prstGeom prst="ellipse">
              <a:avLst/>
            </a:prstGeom>
            <a:noFill/>
            <a:ln w="12700" cap="flat" cmpd="sng" algn="ctr">
              <a:solidFill>
                <a:schemeClr val="accent3">
                  <a:lumMod val="75000"/>
                </a:scheme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nvGrpSpPr>
            <p:cNvPr id="54" name="Group 53">
              <a:extLst>
                <a:ext uri="{FF2B5EF4-FFF2-40B4-BE49-F238E27FC236}">
                  <a16:creationId xmlns:a16="http://schemas.microsoft.com/office/drawing/2014/main" id="{65AD6351-9CEC-4F94-BD8B-0EAAD8D59391}"/>
                </a:ext>
              </a:extLst>
            </p:cNvPr>
            <p:cNvGrpSpPr/>
            <p:nvPr/>
          </p:nvGrpSpPr>
          <p:grpSpPr>
            <a:xfrm>
              <a:off x="6514268" y="5505909"/>
              <a:ext cx="563644" cy="587197"/>
              <a:chOff x="5785066" y="4684926"/>
              <a:chExt cx="412807" cy="430057"/>
            </a:xfrm>
            <a:solidFill>
              <a:srgbClr val="FFFFFF"/>
            </a:solidFill>
          </p:grpSpPr>
          <p:sp>
            <p:nvSpPr>
              <p:cNvPr id="56" name="Freeform 103">
                <a:extLst>
                  <a:ext uri="{FF2B5EF4-FFF2-40B4-BE49-F238E27FC236}">
                    <a16:creationId xmlns:a16="http://schemas.microsoft.com/office/drawing/2014/main" id="{34649220-1CD3-48C0-8D80-B5F17B8AC020}"/>
                  </a:ext>
                </a:extLst>
              </p:cNvPr>
              <p:cNvSpPr/>
              <p:nvPr/>
            </p:nvSpPr>
            <p:spPr>
              <a:xfrm>
                <a:off x="5785066" y="4807347"/>
                <a:ext cx="412807" cy="307636"/>
              </a:xfrm>
              <a:custGeom>
                <a:avLst/>
                <a:gdLst>
                  <a:gd name="connsiteX0" fmla="*/ 22546 w 661099"/>
                  <a:gd name="connsiteY0" fmla="*/ 325664 h 492671"/>
                  <a:gd name="connsiteX1" fmla="*/ 112730 w 661099"/>
                  <a:gd name="connsiteY1" fmla="*/ 325664 h 492671"/>
                  <a:gd name="connsiteX2" fmla="*/ 135276 w 661099"/>
                  <a:gd name="connsiteY2" fmla="*/ 348210 h 492671"/>
                  <a:gd name="connsiteX3" fmla="*/ 135276 w 661099"/>
                  <a:gd name="connsiteY3" fmla="*/ 470125 h 492671"/>
                  <a:gd name="connsiteX4" fmla="*/ 112730 w 661099"/>
                  <a:gd name="connsiteY4" fmla="*/ 492671 h 492671"/>
                  <a:gd name="connsiteX5" fmla="*/ 22546 w 661099"/>
                  <a:gd name="connsiteY5" fmla="*/ 492671 h 492671"/>
                  <a:gd name="connsiteX6" fmla="*/ 0 w 661099"/>
                  <a:gd name="connsiteY6" fmla="*/ 470125 h 492671"/>
                  <a:gd name="connsiteX7" fmla="*/ 0 w 661099"/>
                  <a:gd name="connsiteY7" fmla="*/ 348210 h 492671"/>
                  <a:gd name="connsiteX8" fmla="*/ 22546 w 661099"/>
                  <a:gd name="connsiteY8" fmla="*/ 325664 h 492671"/>
                  <a:gd name="connsiteX9" fmla="*/ 197821 w 661099"/>
                  <a:gd name="connsiteY9" fmla="*/ 193729 h 492671"/>
                  <a:gd name="connsiteX10" fmla="*/ 288004 w 661099"/>
                  <a:gd name="connsiteY10" fmla="*/ 193729 h 492671"/>
                  <a:gd name="connsiteX11" fmla="*/ 310550 w 661099"/>
                  <a:gd name="connsiteY11" fmla="*/ 216275 h 492671"/>
                  <a:gd name="connsiteX12" fmla="*/ 310550 w 661099"/>
                  <a:gd name="connsiteY12" fmla="*/ 468743 h 492671"/>
                  <a:gd name="connsiteX13" fmla="*/ 288004 w 661099"/>
                  <a:gd name="connsiteY13" fmla="*/ 491289 h 492671"/>
                  <a:gd name="connsiteX14" fmla="*/ 197821 w 661099"/>
                  <a:gd name="connsiteY14" fmla="*/ 491289 h 492671"/>
                  <a:gd name="connsiteX15" fmla="*/ 175275 w 661099"/>
                  <a:gd name="connsiteY15" fmla="*/ 468743 h 492671"/>
                  <a:gd name="connsiteX16" fmla="*/ 175275 w 661099"/>
                  <a:gd name="connsiteY16" fmla="*/ 216275 h 492671"/>
                  <a:gd name="connsiteX17" fmla="*/ 197821 w 661099"/>
                  <a:gd name="connsiteY17" fmla="*/ 193729 h 492671"/>
                  <a:gd name="connsiteX18" fmla="*/ 373095 w 661099"/>
                  <a:gd name="connsiteY18" fmla="*/ 155317 h 492671"/>
                  <a:gd name="connsiteX19" fmla="*/ 463279 w 661099"/>
                  <a:gd name="connsiteY19" fmla="*/ 155317 h 492671"/>
                  <a:gd name="connsiteX20" fmla="*/ 485825 w 661099"/>
                  <a:gd name="connsiteY20" fmla="*/ 177863 h 492671"/>
                  <a:gd name="connsiteX21" fmla="*/ 485825 w 661099"/>
                  <a:gd name="connsiteY21" fmla="*/ 467361 h 492671"/>
                  <a:gd name="connsiteX22" fmla="*/ 463279 w 661099"/>
                  <a:gd name="connsiteY22" fmla="*/ 489907 h 492671"/>
                  <a:gd name="connsiteX23" fmla="*/ 373095 w 661099"/>
                  <a:gd name="connsiteY23" fmla="*/ 489907 h 492671"/>
                  <a:gd name="connsiteX24" fmla="*/ 350549 w 661099"/>
                  <a:gd name="connsiteY24" fmla="*/ 467361 h 492671"/>
                  <a:gd name="connsiteX25" fmla="*/ 350549 w 661099"/>
                  <a:gd name="connsiteY25" fmla="*/ 177863 h 492671"/>
                  <a:gd name="connsiteX26" fmla="*/ 373095 w 661099"/>
                  <a:gd name="connsiteY26" fmla="*/ 155317 h 492671"/>
                  <a:gd name="connsiteX27" fmla="*/ 548370 w 661099"/>
                  <a:gd name="connsiteY27" fmla="*/ 0 h 492671"/>
                  <a:gd name="connsiteX28" fmla="*/ 638553 w 661099"/>
                  <a:gd name="connsiteY28" fmla="*/ 0 h 492671"/>
                  <a:gd name="connsiteX29" fmla="*/ 661099 w 661099"/>
                  <a:gd name="connsiteY29" fmla="*/ 22546 h 492671"/>
                  <a:gd name="connsiteX30" fmla="*/ 661099 w 661099"/>
                  <a:gd name="connsiteY30" fmla="*/ 465979 h 492671"/>
                  <a:gd name="connsiteX31" fmla="*/ 638553 w 661099"/>
                  <a:gd name="connsiteY31" fmla="*/ 488525 h 492671"/>
                  <a:gd name="connsiteX32" fmla="*/ 548370 w 661099"/>
                  <a:gd name="connsiteY32" fmla="*/ 488525 h 492671"/>
                  <a:gd name="connsiteX33" fmla="*/ 525823 w 661099"/>
                  <a:gd name="connsiteY33" fmla="*/ 465979 h 492671"/>
                  <a:gd name="connsiteX34" fmla="*/ 525823 w 661099"/>
                  <a:gd name="connsiteY34" fmla="*/ 22546 h 492671"/>
                  <a:gd name="connsiteX35" fmla="*/ 548370 w 661099"/>
                  <a:gd name="connsiteY35" fmla="*/ 0 h 49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61099" h="492671">
                    <a:moveTo>
                      <a:pt x="22546" y="325664"/>
                    </a:moveTo>
                    <a:lnTo>
                      <a:pt x="112730" y="325664"/>
                    </a:lnTo>
                    <a:cubicBezTo>
                      <a:pt x="125182" y="325664"/>
                      <a:pt x="135276" y="335758"/>
                      <a:pt x="135276" y="348210"/>
                    </a:cubicBezTo>
                    <a:lnTo>
                      <a:pt x="135276" y="470125"/>
                    </a:lnTo>
                    <a:cubicBezTo>
                      <a:pt x="135276" y="482577"/>
                      <a:pt x="125182" y="492671"/>
                      <a:pt x="112730" y="492671"/>
                    </a:cubicBezTo>
                    <a:lnTo>
                      <a:pt x="22546" y="492671"/>
                    </a:lnTo>
                    <a:cubicBezTo>
                      <a:pt x="10094" y="492671"/>
                      <a:pt x="0" y="482577"/>
                      <a:pt x="0" y="470125"/>
                    </a:cubicBezTo>
                    <a:lnTo>
                      <a:pt x="0" y="348210"/>
                    </a:lnTo>
                    <a:cubicBezTo>
                      <a:pt x="0" y="335758"/>
                      <a:pt x="10094" y="325664"/>
                      <a:pt x="22546" y="325664"/>
                    </a:cubicBezTo>
                    <a:close/>
                    <a:moveTo>
                      <a:pt x="197821" y="193729"/>
                    </a:moveTo>
                    <a:lnTo>
                      <a:pt x="288004" y="193729"/>
                    </a:lnTo>
                    <a:cubicBezTo>
                      <a:pt x="300456" y="193729"/>
                      <a:pt x="310550" y="203823"/>
                      <a:pt x="310550" y="216275"/>
                    </a:cubicBezTo>
                    <a:lnTo>
                      <a:pt x="310550" y="468743"/>
                    </a:lnTo>
                    <a:cubicBezTo>
                      <a:pt x="310550" y="481195"/>
                      <a:pt x="300456" y="491289"/>
                      <a:pt x="288004" y="491289"/>
                    </a:cubicBezTo>
                    <a:lnTo>
                      <a:pt x="197821" y="491289"/>
                    </a:lnTo>
                    <a:cubicBezTo>
                      <a:pt x="185369" y="491289"/>
                      <a:pt x="175275" y="481195"/>
                      <a:pt x="175275" y="468743"/>
                    </a:cubicBezTo>
                    <a:lnTo>
                      <a:pt x="175275" y="216275"/>
                    </a:lnTo>
                    <a:cubicBezTo>
                      <a:pt x="175275" y="203823"/>
                      <a:pt x="185369" y="193729"/>
                      <a:pt x="197821" y="193729"/>
                    </a:cubicBezTo>
                    <a:close/>
                    <a:moveTo>
                      <a:pt x="373095" y="155317"/>
                    </a:moveTo>
                    <a:lnTo>
                      <a:pt x="463279" y="155317"/>
                    </a:lnTo>
                    <a:cubicBezTo>
                      <a:pt x="475731" y="155317"/>
                      <a:pt x="485825" y="165411"/>
                      <a:pt x="485825" y="177863"/>
                    </a:cubicBezTo>
                    <a:lnTo>
                      <a:pt x="485825" y="467361"/>
                    </a:lnTo>
                    <a:cubicBezTo>
                      <a:pt x="485825" y="479813"/>
                      <a:pt x="475731" y="489907"/>
                      <a:pt x="463279" y="489907"/>
                    </a:cubicBezTo>
                    <a:lnTo>
                      <a:pt x="373095" y="489907"/>
                    </a:lnTo>
                    <a:cubicBezTo>
                      <a:pt x="360643" y="489907"/>
                      <a:pt x="350549" y="479813"/>
                      <a:pt x="350549" y="467361"/>
                    </a:cubicBezTo>
                    <a:lnTo>
                      <a:pt x="350549" y="177863"/>
                    </a:lnTo>
                    <a:cubicBezTo>
                      <a:pt x="350549" y="165411"/>
                      <a:pt x="360643" y="155317"/>
                      <a:pt x="373095" y="155317"/>
                    </a:cubicBezTo>
                    <a:close/>
                    <a:moveTo>
                      <a:pt x="548370" y="0"/>
                    </a:moveTo>
                    <a:lnTo>
                      <a:pt x="638553" y="0"/>
                    </a:lnTo>
                    <a:cubicBezTo>
                      <a:pt x="651005" y="0"/>
                      <a:pt x="661099" y="10094"/>
                      <a:pt x="661099" y="22546"/>
                    </a:cubicBezTo>
                    <a:lnTo>
                      <a:pt x="661099" y="465979"/>
                    </a:lnTo>
                    <a:cubicBezTo>
                      <a:pt x="661099" y="478431"/>
                      <a:pt x="651005" y="488525"/>
                      <a:pt x="638553" y="488525"/>
                    </a:cubicBezTo>
                    <a:lnTo>
                      <a:pt x="548370" y="488525"/>
                    </a:lnTo>
                    <a:cubicBezTo>
                      <a:pt x="535918" y="488525"/>
                      <a:pt x="525823" y="478431"/>
                      <a:pt x="525823" y="465979"/>
                    </a:cubicBezTo>
                    <a:lnTo>
                      <a:pt x="525823" y="22546"/>
                    </a:lnTo>
                    <a:cubicBezTo>
                      <a:pt x="525823" y="10094"/>
                      <a:pt x="535918" y="0"/>
                      <a:pt x="548370"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57" name="Freeform 108">
                <a:extLst>
                  <a:ext uri="{FF2B5EF4-FFF2-40B4-BE49-F238E27FC236}">
                    <a16:creationId xmlns:a16="http://schemas.microsoft.com/office/drawing/2014/main" id="{9D1E53F8-1203-4CF8-8C64-F7C38B684427}"/>
                  </a:ext>
                </a:extLst>
              </p:cNvPr>
              <p:cNvSpPr/>
              <p:nvPr/>
            </p:nvSpPr>
            <p:spPr>
              <a:xfrm rot="2293498">
                <a:off x="5824376" y="4684926"/>
                <a:ext cx="200420" cy="236168"/>
              </a:xfrm>
              <a:custGeom>
                <a:avLst/>
                <a:gdLst>
                  <a:gd name="connsiteX0" fmla="*/ 364637 w 510774"/>
                  <a:gd name="connsiteY0" fmla="*/ 0 h 601877"/>
                  <a:gd name="connsiteX1" fmla="*/ 510774 w 510774"/>
                  <a:gd name="connsiteY1" fmla="*/ 226041 h 601877"/>
                  <a:gd name="connsiteX2" fmla="*/ 444640 w 510774"/>
                  <a:gd name="connsiteY2" fmla="*/ 226041 h 601877"/>
                  <a:gd name="connsiteX3" fmla="*/ 444655 w 510774"/>
                  <a:gd name="connsiteY3" fmla="*/ 226279 h 601877"/>
                  <a:gd name="connsiteX4" fmla="*/ 434679 w 510774"/>
                  <a:gd name="connsiteY4" fmla="*/ 302608 h 601877"/>
                  <a:gd name="connsiteX5" fmla="*/ 0 w 510774"/>
                  <a:gd name="connsiteY5" fmla="*/ 593259 h 601877"/>
                  <a:gd name="connsiteX6" fmla="*/ 280237 w 510774"/>
                  <a:gd name="connsiteY6" fmla="*/ 267288 h 601877"/>
                  <a:gd name="connsiteX7" fmla="*/ 284528 w 510774"/>
                  <a:gd name="connsiteY7" fmla="*/ 226041 h 601877"/>
                  <a:gd name="connsiteX8" fmla="*/ 218500 w 510774"/>
                  <a:gd name="connsiteY8" fmla="*/ 226041 h 60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0774" h="601877">
                    <a:moveTo>
                      <a:pt x="364637" y="0"/>
                    </a:moveTo>
                    <a:lnTo>
                      <a:pt x="510774" y="226041"/>
                    </a:lnTo>
                    <a:lnTo>
                      <a:pt x="444640" y="226041"/>
                    </a:lnTo>
                    <a:lnTo>
                      <a:pt x="444655" y="226279"/>
                    </a:lnTo>
                    <a:cubicBezTo>
                      <a:pt x="443797" y="251474"/>
                      <a:pt x="440531" y="277018"/>
                      <a:pt x="434679" y="302608"/>
                    </a:cubicBezTo>
                    <a:cubicBezTo>
                      <a:pt x="387861" y="507325"/>
                      <a:pt x="193249" y="637455"/>
                      <a:pt x="0" y="593259"/>
                    </a:cubicBezTo>
                    <a:cubicBezTo>
                      <a:pt x="139597" y="541802"/>
                      <a:pt x="245676" y="418412"/>
                      <a:pt x="280237" y="267288"/>
                    </a:cubicBezTo>
                    <a:lnTo>
                      <a:pt x="284528" y="226041"/>
                    </a:lnTo>
                    <a:lnTo>
                      <a:pt x="218500" y="226041"/>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sp>
          <p:nvSpPr>
            <p:cNvPr id="55" name="TextBox 54">
              <a:extLst>
                <a:ext uri="{FF2B5EF4-FFF2-40B4-BE49-F238E27FC236}">
                  <a16:creationId xmlns:a16="http://schemas.microsoft.com/office/drawing/2014/main" id="{417FB74A-4660-4AB6-9CB6-E46DCD0C902F}"/>
                </a:ext>
              </a:extLst>
            </p:cNvPr>
            <p:cNvSpPr txBox="1"/>
            <p:nvPr/>
          </p:nvSpPr>
          <p:spPr>
            <a:xfrm>
              <a:off x="7451072" y="5830888"/>
              <a:ext cx="726482" cy="535531"/>
            </a:xfrm>
            <a:prstGeom prst="rect">
              <a:avLst/>
            </a:prstGeom>
            <a:noFill/>
          </p:spPr>
          <p:txBody>
            <a:bodyPr wrap="none" rtlCol="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SG" sz="1800" b="1" i="0" u="none" strike="noStrike" kern="0" cap="none" spc="0" normalizeH="0" baseline="0" noProof="0">
                  <a:ln>
                    <a:noFill/>
                  </a:ln>
                  <a:solidFill>
                    <a:prstClr val="black"/>
                  </a:solidFill>
                  <a:effectLst/>
                  <a:uLnTx/>
                  <a:uFillTx/>
                  <a:latin typeface="Ubuntu" panose="020B0504030602030204" pitchFamily="34" charset="0"/>
                  <a:ea typeface="+mn-ea"/>
                  <a:cs typeface="+mn-cs"/>
                </a:rPr>
                <a:t>Over</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SG" sz="1800" b="1" i="0" u="none" strike="noStrike" kern="0" cap="none" spc="0" normalizeH="0" baseline="0" noProof="0">
                  <a:ln>
                    <a:noFill/>
                  </a:ln>
                  <a:solidFill>
                    <a:prstClr val="black"/>
                  </a:solidFill>
                  <a:effectLst/>
                  <a:uLnTx/>
                  <a:uFillTx/>
                  <a:latin typeface="Ubuntu" panose="020B0504030602030204" pitchFamily="34" charset="0"/>
                  <a:ea typeface="+mn-ea"/>
                  <a:cs typeface="+mn-cs"/>
                </a:rPr>
                <a:t>100</a:t>
              </a:r>
            </a:p>
          </p:txBody>
        </p:sp>
      </p:grpSp>
      <p:grpSp>
        <p:nvGrpSpPr>
          <p:cNvPr id="58" name="Group 57">
            <a:extLst>
              <a:ext uri="{FF2B5EF4-FFF2-40B4-BE49-F238E27FC236}">
                <a16:creationId xmlns:a16="http://schemas.microsoft.com/office/drawing/2014/main" id="{77E18013-E5A3-4202-B386-99EE8BE100D0}"/>
              </a:ext>
            </a:extLst>
          </p:cNvPr>
          <p:cNvGrpSpPr/>
          <p:nvPr/>
        </p:nvGrpSpPr>
        <p:grpSpPr>
          <a:xfrm>
            <a:off x="354217" y="1315517"/>
            <a:ext cx="5795783" cy="1238968"/>
            <a:chOff x="354217" y="1106227"/>
            <a:chExt cx="5795783" cy="1238968"/>
          </a:xfrm>
        </p:grpSpPr>
        <p:cxnSp>
          <p:nvCxnSpPr>
            <p:cNvPr id="59" name="Straight Connector 58">
              <a:extLst>
                <a:ext uri="{FF2B5EF4-FFF2-40B4-BE49-F238E27FC236}">
                  <a16:creationId xmlns:a16="http://schemas.microsoft.com/office/drawing/2014/main" id="{19A20E5B-BEEB-4031-9FA4-40F2C4DC9515}"/>
                </a:ext>
              </a:extLst>
            </p:cNvPr>
            <p:cNvCxnSpPr>
              <a:cxnSpLocks/>
              <a:endCxn id="60" idx="2"/>
            </p:cNvCxnSpPr>
            <p:nvPr/>
          </p:nvCxnSpPr>
          <p:spPr>
            <a:xfrm>
              <a:off x="4831948" y="1614814"/>
              <a:ext cx="1210052" cy="0"/>
            </a:xfrm>
            <a:prstGeom prst="line">
              <a:avLst/>
            </a:prstGeom>
            <a:noFill/>
            <a:ln w="12700" cap="flat" cmpd="sng" algn="ctr">
              <a:solidFill>
                <a:srgbClr val="006772">
                  <a:lumMod val="75000"/>
                </a:srgbClr>
              </a:solidFill>
              <a:prstDash val="dash"/>
              <a:miter lim="800000"/>
            </a:ln>
            <a:effectLst/>
          </p:spPr>
        </p:cxnSp>
        <p:sp>
          <p:nvSpPr>
            <p:cNvPr id="60" name="Oval 59">
              <a:extLst>
                <a:ext uri="{FF2B5EF4-FFF2-40B4-BE49-F238E27FC236}">
                  <a16:creationId xmlns:a16="http://schemas.microsoft.com/office/drawing/2014/main" id="{9F759106-6282-47A0-BD87-A6BEAC3A059B}"/>
                </a:ext>
              </a:extLst>
            </p:cNvPr>
            <p:cNvSpPr/>
            <p:nvPr/>
          </p:nvSpPr>
          <p:spPr>
            <a:xfrm>
              <a:off x="6042000" y="1560814"/>
              <a:ext cx="108000" cy="108000"/>
            </a:xfrm>
            <a:prstGeom prst="ellipse">
              <a:avLst/>
            </a:prstGeom>
            <a:solidFill>
              <a:schemeClr val="accent2">
                <a:lumMod val="50000"/>
              </a:schemeClr>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1" name="Oval 60">
              <a:extLst>
                <a:ext uri="{FF2B5EF4-FFF2-40B4-BE49-F238E27FC236}">
                  <a16:creationId xmlns:a16="http://schemas.microsoft.com/office/drawing/2014/main" id="{4734B507-BD0D-4F7C-9AD1-4E5517DEA65E}"/>
                </a:ext>
              </a:extLst>
            </p:cNvPr>
            <p:cNvSpPr/>
            <p:nvPr/>
          </p:nvSpPr>
          <p:spPr>
            <a:xfrm>
              <a:off x="4988771" y="1164814"/>
              <a:ext cx="900000" cy="900000"/>
            </a:xfrm>
            <a:prstGeom prst="ellipse">
              <a:avLst/>
            </a:prstGeom>
            <a:solidFill>
              <a:schemeClr val="accent2">
                <a:lumMod val="75000"/>
              </a:schemeClr>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2" name="Rectangle: Single Corner Rounded 61">
              <a:extLst>
                <a:ext uri="{FF2B5EF4-FFF2-40B4-BE49-F238E27FC236}">
                  <a16:creationId xmlns:a16="http://schemas.microsoft.com/office/drawing/2014/main" id="{08A1D4AE-583E-42C3-991B-05C8F16734E4}"/>
                </a:ext>
              </a:extLst>
            </p:cNvPr>
            <p:cNvSpPr/>
            <p:nvPr/>
          </p:nvSpPr>
          <p:spPr>
            <a:xfrm>
              <a:off x="354217" y="1106227"/>
              <a:ext cx="4477731" cy="340977"/>
            </a:xfrm>
            <a:prstGeom prst="round1Rect">
              <a:avLst>
                <a:gd name="adj" fmla="val 50000"/>
              </a:avLst>
            </a:prstGeom>
            <a:solidFill>
              <a:schemeClr val="accent2">
                <a:lumMod val="75000"/>
              </a:schemeClr>
            </a:solidFill>
            <a:ln w="12700" cap="flat" cmpd="sng" algn="ctr">
              <a:noFill/>
              <a:prstDash val="solid"/>
              <a:miter lim="800000"/>
            </a:ln>
            <a:effectLst/>
          </p:spPr>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0" cap="none" spc="0" normalizeH="0" baseline="0" noProof="0">
                  <a:ln>
                    <a:noFill/>
                  </a:ln>
                  <a:solidFill>
                    <a:srgbClr val="FFFFFF"/>
                  </a:solidFill>
                  <a:effectLst/>
                  <a:uLnTx/>
                  <a:uFillTx/>
                  <a:latin typeface="Ubuntu" panose="020B0504030602030204" pitchFamily="34" charset="0"/>
                  <a:ea typeface="+mn-ea"/>
                  <a:cs typeface="+mn-cs"/>
                </a:rPr>
                <a:t>Our Team</a:t>
              </a:r>
              <a:endParaRPr kumimoji="0" lang="en-SG" sz="14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63" name="Rectangle 62">
              <a:extLst>
                <a:ext uri="{FF2B5EF4-FFF2-40B4-BE49-F238E27FC236}">
                  <a16:creationId xmlns:a16="http://schemas.microsoft.com/office/drawing/2014/main" id="{DBAD60E0-660D-4463-BE59-B6DB5032ACEC}"/>
                </a:ext>
              </a:extLst>
            </p:cNvPr>
            <p:cNvSpPr/>
            <p:nvPr/>
          </p:nvSpPr>
          <p:spPr>
            <a:xfrm>
              <a:off x="354217" y="1447204"/>
              <a:ext cx="4477731" cy="897991"/>
            </a:xfrm>
            <a:prstGeom prst="rect">
              <a:avLst/>
            </a:prstGeom>
            <a:solidFill>
              <a:schemeClr val="accent2">
                <a:lumMod val="60000"/>
                <a:lumOff val="40000"/>
              </a:schemeClr>
            </a:solidFill>
            <a:ln w="12700" cap="flat" cmpd="sng" algn="ctr">
              <a:noFill/>
              <a:prstDash val="solid"/>
              <a:miter lim="800000"/>
            </a:ln>
            <a:effectLst/>
          </p:spPr>
          <p:txBody>
            <a:bodyPr rIns="900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0" cap="none" spc="0" normalizeH="0" baseline="0" noProof="0">
                  <a:ln>
                    <a:noFill/>
                  </a:ln>
                  <a:solidFill>
                    <a:prstClr val="black"/>
                  </a:solidFill>
                  <a:effectLst/>
                  <a:uLnTx/>
                  <a:uFillTx/>
                  <a:latin typeface="Ubuntu" panose="020B0504030602030204" pitchFamily="34" charset="0"/>
                  <a:ea typeface="+mn-ea"/>
                  <a:cs typeface="+mn-cs"/>
                </a:rPr>
                <a:t>Data Engineering and Data Science Professionals</a:t>
              </a:r>
            </a:p>
          </p:txBody>
        </p:sp>
        <p:sp>
          <p:nvSpPr>
            <p:cNvPr id="64" name="Oval 63">
              <a:extLst>
                <a:ext uri="{FF2B5EF4-FFF2-40B4-BE49-F238E27FC236}">
                  <a16:creationId xmlns:a16="http://schemas.microsoft.com/office/drawing/2014/main" id="{19FD5A4D-D0BF-49E9-9314-455A5D13BBFF}"/>
                </a:ext>
              </a:extLst>
            </p:cNvPr>
            <p:cNvSpPr/>
            <p:nvPr/>
          </p:nvSpPr>
          <p:spPr>
            <a:xfrm>
              <a:off x="4934771" y="1110814"/>
              <a:ext cx="1008000" cy="1008000"/>
            </a:xfrm>
            <a:prstGeom prst="ellipse">
              <a:avLst/>
            </a:prstGeom>
            <a:noFill/>
            <a:ln w="12700" cap="flat" cmpd="sng" algn="ctr">
              <a:solidFill>
                <a:srgbClr val="006772">
                  <a:lumMod val="75000"/>
                </a:srgb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5" name="Freeform 63">
              <a:extLst>
                <a:ext uri="{FF2B5EF4-FFF2-40B4-BE49-F238E27FC236}">
                  <a16:creationId xmlns:a16="http://schemas.microsoft.com/office/drawing/2014/main" id="{56392372-B7D7-447E-BDB3-4F713D13B9A0}"/>
                </a:ext>
              </a:extLst>
            </p:cNvPr>
            <p:cNvSpPr/>
            <p:nvPr/>
          </p:nvSpPr>
          <p:spPr>
            <a:xfrm flipH="1">
              <a:off x="5150143" y="1424458"/>
              <a:ext cx="569465" cy="369132"/>
            </a:xfrm>
            <a:custGeom>
              <a:avLst/>
              <a:gdLst/>
              <a:ahLst/>
              <a:cxnLst/>
              <a:rect l="l" t="t" r="r" b="b"/>
              <a:pathLst>
                <a:path w="1066369" h="691229">
                  <a:moveTo>
                    <a:pt x="286374" y="35521"/>
                  </a:moveTo>
                  <a:cubicBezTo>
                    <a:pt x="284070" y="35447"/>
                    <a:pt x="281823" y="35449"/>
                    <a:pt x="279641" y="35675"/>
                  </a:cubicBezTo>
                  <a:cubicBezTo>
                    <a:pt x="273582" y="35329"/>
                    <a:pt x="267050" y="35648"/>
                    <a:pt x="260130" y="36675"/>
                  </a:cubicBezTo>
                  <a:cubicBezTo>
                    <a:pt x="242429" y="39304"/>
                    <a:pt x="217455" y="42371"/>
                    <a:pt x="198090" y="55077"/>
                  </a:cubicBezTo>
                  <a:cubicBezTo>
                    <a:pt x="178724" y="67783"/>
                    <a:pt x="156905" y="88813"/>
                    <a:pt x="143936" y="112911"/>
                  </a:cubicBezTo>
                  <a:cubicBezTo>
                    <a:pt x="130967" y="137008"/>
                    <a:pt x="124921" y="159529"/>
                    <a:pt x="120277" y="199662"/>
                  </a:cubicBezTo>
                  <a:cubicBezTo>
                    <a:pt x="115633" y="239795"/>
                    <a:pt x="119751" y="320149"/>
                    <a:pt x="116071" y="353710"/>
                  </a:cubicBezTo>
                  <a:cubicBezTo>
                    <a:pt x="112390" y="387272"/>
                    <a:pt x="100210" y="390339"/>
                    <a:pt x="98195" y="401029"/>
                  </a:cubicBezTo>
                  <a:cubicBezTo>
                    <a:pt x="97537" y="404520"/>
                    <a:pt x="97327" y="407002"/>
                    <a:pt x="97726" y="408912"/>
                  </a:cubicBezTo>
                  <a:cubicBezTo>
                    <a:pt x="97485" y="409335"/>
                    <a:pt x="97459" y="409782"/>
                    <a:pt x="97459" y="410230"/>
                  </a:cubicBezTo>
                  <a:cubicBezTo>
                    <a:pt x="97459" y="429530"/>
                    <a:pt x="145621" y="446023"/>
                    <a:pt x="213591" y="452511"/>
                  </a:cubicBezTo>
                  <a:cubicBezTo>
                    <a:pt x="213760" y="452820"/>
                    <a:pt x="213790" y="453137"/>
                    <a:pt x="213808" y="453446"/>
                  </a:cubicBezTo>
                  <a:cubicBezTo>
                    <a:pt x="214838" y="470442"/>
                    <a:pt x="220504" y="476279"/>
                    <a:pt x="202478" y="490529"/>
                  </a:cubicBezTo>
                  <a:cubicBezTo>
                    <a:pt x="184451" y="504778"/>
                    <a:pt x="132776" y="524349"/>
                    <a:pt x="105651" y="538942"/>
                  </a:cubicBezTo>
                  <a:cubicBezTo>
                    <a:pt x="78526" y="553534"/>
                    <a:pt x="57753" y="557311"/>
                    <a:pt x="39727" y="578084"/>
                  </a:cubicBezTo>
                  <a:cubicBezTo>
                    <a:pt x="23439" y="596854"/>
                    <a:pt x="7572" y="630061"/>
                    <a:pt x="0" y="655752"/>
                  </a:cubicBezTo>
                  <a:lnTo>
                    <a:pt x="248578" y="655752"/>
                  </a:lnTo>
                  <a:cubicBezTo>
                    <a:pt x="253597" y="620968"/>
                    <a:pt x="261258" y="565177"/>
                    <a:pt x="267963" y="543485"/>
                  </a:cubicBezTo>
                  <a:cubicBezTo>
                    <a:pt x="276261" y="516639"/>
                    <a:pt x="277237" y="524286"/>
                    <a:pt x="295297" y="515175"/>
                  </a:cubicBezTo>
                  <a:cubicBezTo>
                    <a:pt x="312075" y="506710"/>
                    <a:pt x="340789" y="502318"/>
                    <a:pt x="369534" y="490998"/>
                  </a:cubicBezTo>
                  <a:cubicBezTo>
                    <a:pt x="369231" y="490894"/>
                    <a:pt x="368994" y="490711"/>
                    <a:pt x="368764" y="490529"/>
                  </a:cubicBezTo>
                  <a:cubicBezTo>
                    <a:pt x="350738" y="476279"/>
                    <a:pt x="356403" y="470442"/>
                    <a:pt x="357433" y="453446"/>
                  </a:cubicBezTo>
                  <a:lnTo>
                    <a:pt x="357972" y="451130"/>
                  </a:lnTo>
                  <a:cubicBezTo>
                    <a:pt x="419395" y="443987"/>
                    <a:pt x="461823" y="428345"/>
                    <a:pt x="461823" y="410230"/>
                  </a:cubicBezTo>
                  <a:lnTo>
                    <a:pt x="461557" y="408912"/>
                  </a:lnTo>
                  <a:cubicBezTo>
                    <a:pt x="461956" y="407002"/>
                    <a:pt x="461746" y="404520"/>
                    <a:pt x="461088" y="401029"/>
                  </a:cubicBezTo>
                  <a:cubicBezTo>
                    <a:pt x="459072" y="390339"/>
                    <a:pt x="446892" y="387272"/>
                    <a:pt x="443212" y="353710"/>
                  </a:cubicBezTo>
                  <a:cubicBezTo>
                    <a:pt x="439532" y="320149"/>
                    <a:pt x="443650" y="239795"/>
                    <a:pt x="439006" y="199662"/>
                  </a:cubicBezTo>
                  <a:cubicBezTo>
                    <a:pt x="434362" y="159529"/>
                    <a:pt x="428315" y="137008"/>
                    <a:pt x="415346" y="112911"/>
                  </a:cubicBezTo>
                  <a:cubicBezTo>
                    <a:pt x="402378" y="88813"/>
                    <a:pt x="380559" y="67783"/>
                    <a:pt x="361193" y="55077"/>
                  </a:cubicBezTo>
                  <a:cubicBezTo>
                    <a:pt x="341827" y="42371"/>
                    <a:pt x="316854" y="39304"/>
                    <a:pt x="299153" y="36675"/>
                  </a:cubicBezTo>
                  <a:cubicBezTo>
                    <a:pt x="294728" y="36018"/>
                    <a:pt x="290461" y="35651"/>
                    <a:pt x="286374" y="35521"/>
                  </a:cubicBezTo>
                  <a:close/>
                  <a:moveTo>
                    <a:pt x="687486" y="0"/>
                  </a:moveTo>
                  <a:cubicBezTo>
                    <a:pt x="652486" y="0"/>
                    <a:pt x="621694" y="7014"/>
                    <a:pt x="603920" y="17706"/>
                  </a:cubicBezTo>
                  <a:cubicBezTo>
                    <a:pt x="596587" y="20839"/>
                    <a:pt x="589905" y="24818"/>
                    <a:pt x="583223" y="29853"/>
                  </a:cubicBezTo>
                  <a:cubicBezTo>
                    <a:pt x="571345" y="38802"/>
                    <a:pt x="558085" y="50191"/>
                    <a:pt x="551007" y="64997"/>
                  </a:cubicBezTo>
                  <a:cubicBezTo>
                    <a:pt x="543929" y="79803"/>
                    <a:pt x="543278" y="104291"/>
                    <a:pt x="540756" y="118690"/>
                  </a:cubicBezTo>
                  <a:cubicBezTo>
                    <a:pt x="538235" y="133089"/>
                    <a:pt x="535468" y="137889"/>
                    <a:pt x="535875" y="151394"/>
                  </a:cubicBezTo>
                  <a:cubicBezTo>
                    <a:pt x="536282" y="164899"/>
                    <a:pt x="541570" y="189304"/>
                    <a:pt x="543197" y="199718"/>
                  </a:cubicBezTo>
                  <a:cubicBezTo>
                    <a:pt x="544824" y="210131"/>
                    <a:pt x="545556" y="209968"/>
                    <a:pt x="545638" y="213873"/>
                  </a:cubicBezTo>
                  <a:cubicBezTo>
                    <a:pt x="545719" y="217778"/>
                    <a:pt x="544905" y="219730"/>
                    <a:pt x="543685" y="223147"/>
                  </a:cubicBezTo>
                  <a:cubicBezTo>
                    <a:pt x="542465" y="226564"/>
                    <a:pt x="536933" y="223147"/>
                    <a:pt x="538316" y="234374"/>
                  </a:cubicBezTo>
                  <a:cubicBezTo>
                    <a:pt x="539699" y="245601"/>
                    <a:pt x="548404" y="276596"/>
                    <a:pt x="551983" y="290507"/>
                  </a:cubicBezTo>
                  <a:cubicBezTo>
                    <a:pt x="555563" y="304419"/>
                    <a:pt x="556376" y="311903"/>
                    <a:pt x="559793" y="317842"/>
                  </a:cubicBezTo>
                  <a:cubicBezTo>
                    <a:pt x="563210" y="323781"/>
                    <a:pt x="569149" y="321503"/>
                    <a:pt x="572484" y="326140"/>
                  </a:cubicBezTo>
                  <a:cubicBezTo>
                    <a:pt x="575820" y="330777"/>
                    <a:pt x="577447" y="338343"/>
                    <a:pt x="579806" y="345665"/>
                  </a:cubicBezTo>
                  <a:cubicBezTo>
                    <a:pt x="582165" y="352986"/>
                    <a:pt x="584036" y="364457"/>
                    <a:pt x="586639" y="370070"/>
                  </a:cubicBezTo>
                  <a:cubicBezTo>
                    <a:pt x="589243" y="375684"/>
                    <a:pt x="593473" y="373243"/>
                    <a:pt x="595426" y="379345"/>
                  </a:cubicBezTo>
                  <a:cubicBezTo>
                    <a:pt x="597378" y="385446"/>
                    <a:pt x="599005" y="401391"/>
                    <a:pt x="598354" y="406679"/>
                  </a:cubicBezTo>
                  <a:cubicBezTo>
                    <a:pt x="597703" y="411967"/>
                    <a:pt x="593961" y="405052"/>
                    <a:pt x="591521" y="411072"/>
                  </a:cubicBezTo>
                  <a:cubicBezTo>
                    <a:pt x="590473" y="413656"/>
                    <a:pt x="588676" y="418682"/>
                    <a:pt x="587108" y="424102"/>
                  </a:cubicBezTo>
                  <a:cubicBezTo>
                    <a:pt x="584629" y="425003"/>
                    <a:pt x="582494" y="426254"/>
                    <a:pt x="579496" y="427646"/>
                  </a:cubicBezTo>
                  <a:cubicBezTo>
                    <a:pt x="570384" y="431876"/>
                    <a:pt x="568432" y="439524"/>
                    <a:pt x="560948" y="447171"/>
                  </a:cubicBezTo>
                  <a:cubicBezTo>
                    <a:pt x="553463" y="454818"/>
                    <a:pt x="556555" y="460675"/>
                    <a:pt x="534589" y="473529"/>
                  </a:cubicBezTo>
                  <a:cubicBezTo>
                    <a:pt x="512624" y="486383"/>
                    <a:pt x="460233" y="511440"/>
                    <a:pt x="429156" y="524293"/>
                  </a:cubicBezTo>
                  <a:cubicBezTo>
                    <a:pt x="398079" y="537147"/>
                    <a:pt x="366189" y="541540"/>
                    <a:pt x="348128" y="550652"/>
                  </a:cubicBezTo>
                  <a:cubicBezTo>
                    <a:pt x="330068" y="559763"/>
                    <a:pt x="329092" y="552116"/>
                    <a:pt x="320794" y="578962"/>
                  </a:cubicBezTo>
                  <a:cubicBezTo>
                    <a:pt x="314089" y="600654"/>
                    <a:pt x="306428" y="656445"/>
                    <a:pt x="301409" y="691229"/>
                  </a:cubicBezTo>
                  <a:lnTo>
                    <a:pt x="687705" y="691229"/>
                  </a:lnTo>
                  <a:lnTo>
                    <a:pt x="687705" y="690763"/>
                  </a:lnTo>
                  <a:lnTo>
                    <a:pt x="1066369" y="690763"/>
                  </a:lnTo>
                  <a:cubicBezTo>
                    <a:pt x="1061350" y="655979"/>
                    <a:pt x="1053689" y="600189"/>
                    <a:pt x="1046985" y="578496"/>
                  </a:cubicBezTo>
                  <a:cubicBezTo>
                    <a:pt x="1038687" y="551650"/>
                    <a:pt x="1037710" y="559297"/>
                    <a:pt x="1019650" y="550186"/>
                  </a:cubicBezTo>
                  <a:cubicBezTo>
                    <a:pt x="1001590" y="541074"/>
                    <a:pt x="969699" y="536681"/>
                    <a:pt x="938623" y="523827"/>
                  </a:cubicBezTo>
                  <a:cubicBezTo>
                    <a:pt x="907546" y="510974"/>
                    <a:pt x="855155" y="485917"/>
                    <a:pt x="833189" y="473063"/>
                  </a:cubicBezTo>
                  <a:cubicBezTo>
                    <a:pt x="811224" y="460210"/>
                    <a:pt x="814315" y="454352"/>
                    <a:pt x="806831" y="446705"/>
                  </a:cubicBezTo>
                  <a:cubicBezTo>
                    <a:pt x="799687" y="439405"/>
                    <a:pt x="797583" y="432106"/>
                    <a:pt x="789405" y="427922"/>
                  </a:cubicBezTo>
                  <a:lnTo>
                    <a:pt x="783889" y="411072"/>
                  </a:lnTo>
                  <a:cubicBezTo>
                    <a:pt x="781449" y="405052"/>
                    <a:pt x="777707" y="411967"/>
                    <a:pt x="777056" y="406679"/>
                  </a:cubicBezTo>
                  <a:cubicBezTo>
                    <a:pt x="776405" y="401391"/>
                    <a:pt x="778032" y="385446"/>
                    <a:pt x="779984" y="379345"/>
                  </a:cubicBezTo>
                  <a:cubicBezTo>
                    <a:pt x="781937" y="373243"/>
                    <a:pt x="786167" y="375684"/>
                    <a:pt x="788771" y="370071"/>
                  </a:cubicBezTo>
                  <a:cubicBezTo>
                    <a:pt x="791374" y="364457"/>
                    <a:pt x="793245" y="352986"/>
                    <a:pt x="795604" y="345665"/>
                  </a:cubicBezTo>
                  <a:cubicBezTo>
                    <a:pt x="797963" y="338343"/>
                    <a:pt x="799590" y="330777"/>
                    <a:pt x="802926" y="326140"/>
                  </a:cubicBezTo>
                  <a:cubicBezTo>
                    <a:pt x="806261" y="321503"/>
                    <a:pt x="812200" y="323781"/>
                    <a:pt x="815617" y="317842"/>
                  </a:cubicBezTo>
                  <a:cubicBezTo>
                    <a:pt x="819034" y="311903"/>
                    <a:pt x="819847" y="304419"/>
                    <a:pt x="823427" y="290507"/>
                  </a:cubicBezTo>
                  <a:cubicBezTo>
                    <a:pt x="827006" y="276596"/>
                    <a:pt x="835711" y="245601"/>
                    <a:pt x="837094" y="234374"/>
                  </a:cubicBezTo>
                  <a:cubicBezTo>
                    <a:pt x="838477" y="223147"/>
                    <a:pt x="832945" y="226564"/>
                    <a:pt x="831725" y="223147"/>
                  </a:cubicBezTo>
                  <a:cubicBezTo>
                    <a:pt x="830505" y="219731"/>
                    <a:pt x="829691" y="217778"/>
                    <a:pt x="829772" y="213873"/>
                  </a:cubicBezTo>
                  <a:cubicBezTo>
                    <a:pt x="829854" y="209968"/>
                    <a:pt x="830586" y="210131"/>
                    <a:pt x="832213" y="199718"/>
                  </a:cubicBezTo>
                  <a:cubicBezTo>
                    <a:pt x="833840" y="189305"/>
                    <a:pt x="839128" y="164899"/>
                    <a:pt x="839535" y="151394"/>
                  </a:cubicBezTo>
                  <a:cubicBezTo>
                    <a:pt x="839942" y="137889"/>
                    <a:pt x="837176" y="133090"/>
                    <a:pt x="834654" y="118690"/>
                  </a:cubicBezTo>
                  <a:cubicBezTo>
                    <a:pt x="832132" y="104291"/>
                    <a:pt x="831481" y="79803"/>
                    <a:pt x="824403" y="64997"/>
                  </a:cubicBezTo>
                  <a:cubicBezTo>
                    <a:pt x="817326" y="50191"/>
                    <a:pt x="804065" y="38802"/>
                    <a:pt x="792187" y="29853"/>
                  </a:cubicBezTo>
                  <a:cubicBezTo>
                    <a:pt x="785194" y="24584"/>
                    <a:pt x="778201" y="20472"/>
                    <a:pt x="770461" y="17282"/>
                  </a:cubicBezTo>
                  <a:cubicBezTo>
                    <a:pt x="752564" y="6852"/>
                    <a:pt x="722080" y="0"/>
                    <a:pt x="687486" y="0"/>
                  </a:cubicBezTo>
                  <a:close/>
                </a:path>
              </a:pathLst>
            </a:custGeom>
            <a:solidFill>
              <a:srgbClr val="FFFFFF"/>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66" name="TextBox 65">
              <a:extLst>
                <a:ext uri="{FF2B5EF4-FFF2-40B4-BE49-F238E27FC236}">
                  <a16:creationId xmlns:a16="http://schemas.microsoft.com/office/drawing/2014/main" id="{5B302169-EBEF-437A-B30A-2116DA13A8F1}"/>
                </a:ext>
              </a:extLst>
            </p:cNvPr>
            <p:cNvSpPr txBox="1"/>
            <p:nvPr/>
          </p:nvSpPr>
          <p:spPr>
            <a:xfrm>
              <a:off x="4029620" y="1645066"/>
              <a:ext cx="726482" cy="535531"/>
            </a:xfrm>
            <a:prstGeom prst="rect">
              <a:avLst/>
            </a:prstGeom>
            <a:noFill/>
          </p:spPr>
          <p:txBody>
            <a:bodyPr wrap="none" rtlCol="0" anchor="ctr">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SG" sz="1800" b="1" i="0" u="none" strike="noStrike" kern="0" cap="none" spc="0" normalizeH="0" baseline="0" noProof="0">
                  <a:ln>
                    <a:noFill/>
                  </a:ln>
                  <a:solidFill>
                    <a:prstClr val="black"/>
                  </a:solidFill>
                  <a:effectLst/>
                  <a:uLnTx/>
                  <a:uFillTx/>
                  <a:latin typeface="Ubuntu" panose="020B0504030602030204" pitchFamily="34" charset="0"/>
                  <a:ea typeface="+mn-ea"/>
                  <a:cs typeface="+mn-cs"/>
                </a:rPr>
                <a:t>Over</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SG" sz="1800" b="1" i="0" u="none" strike="noStrike" kern="0" cap="none" spc="0" normalizeH="0" baseline="0" noProof="0">
                  <a:ln>
                    <a:noFill/>
                  </a:ln>
                  <a:solidFill>
                    <a:prstClr val="black"/>
                  </a:solidFill>
                  <a:effectLst/>
                  <a:uLnTx/>
                  <a:uFillTx/>
                  <a:latin typeface="Ubuntu" panose="020B0504030602030204" pitchFamily="34" charset="0"/>
                  <a:ea typeface="+mn-ea"/>
                  <a:cs typeface="+mn-cs"/>
                </a:rPr>
                <a:t>200</a:t>
              </a:r>
            </a:p>
          </p:txBody>
        </p:sp>
      </p:grpSp>
      <p:grpSp>
        <p:nvGrpSpPr>
          <p:cNvPr id="67" name="Group 66">
            <a:extLst>
              <a:ext uri="{FF2B5EF4-FFF2-40B4-BE49-F238E27FC236}">
                <a16:creationId xmlns:a16="http://schemas.microsoft.com/office/drawing/2014/main" id="{65C23C17-2B55-46AF-9C33-E008D346D283}"/>
              </a:ext>
            </a:extLst>
          </p:cNvPr>
          <p:cNvGrpSpPr/>
          <p:nvPr/>
        </p:nvGrpSpPr>
        <p:grpSpPr>
          <a:xfrm>
            <a:off x="354217" y="2750932"/>
            <a:ext cx="5795783" cy="1419299"/>
            <a:chOff x="354217" y="2803206"/>
            <a:chExt cx="5795783" cy="1419299"/>
          </a:xfrm>
        </p:grpSpPr>
        <p:cxnSp>
          <p:nvCxnSpPr>
            <p:cNvPr id="68" name="Straight Connector 67">
              <a:extLst>
                <a:ext uri="{FF2B5EF4-FFF2-40B4-BE49-F238E27FC236}">
                  <a16:creationId xmlns:a16="http://schemas.microsoft.com/office/drawing/2014/main" id="{5C85A5C2-8CF0-43B8-9686-FE9ED7DFB1D6}"/>
                </a:ext>
              </a:extLst>
            </p:cNvPr>
            <p:cNvCxnSpPr>
              <a:cxnSpLocks/>
            </p:cNvCxnSpPr>
            <p:nvPr/>
          </p:nvCxnSpPr>
          <p:spPr>
            <a:xfrm>
              <a:off x="4831948" y="3314078"/>
              <a:ext cx="1210052" cy="0"/>
            </a:xfrm>
            <a:prstGeom prst="line">
              <a:avLst/>
            </a:prstGeom>
            <a:noFill/>
            <a:ln w="12700" cap="flat" cmpd="sng" algn="ctr">
              <a:solidFill>
                <a:schemeClr val="accent4">
                  <a:lumMod val="50000"/>
                </a:schemeClr>
              </a:solidFill>
              <a:prstDash val="dash"/>
              <a:miter lim="800000"/>
            </a:ln>
            <a:effectLst/>
          </p:spPr>
        </p:cxnSp>
        <p:sp>
          <p:nvSpPr>
            <p:cNvPr id="69" name="Oval 68">
              <a:extLst>
                <a:ext uri="{FF2B5EF4-FFF2-40B4-BE49-F238E27FC236}">
                  <a16:creationId xmlns:a16="http://schemas.microsoft.com/office/drawing/2014/main" id="{02AA19ED-E08C-4562-904E-FA374B66EE96}"/>
                </a:ext>
              </a:extLst>
            </p:cNvPr>
            <p:cNvSpPr/>
            <p:nvPr/>
          </p:nvSpPr>
          <p:spPr>
            <a:xfrm>
              <a:off x="6042000" y="3257792"/>
              <a:ext cx="108000" cy="108000"/>
            </a:xfrm>
            <a:prstGeom prst="ellipse">
              <a:avLst/>
            </a:prstGeom>
            <a:solidFill>
              <a:schemeClr val="accent4">
                <a:lumMod val="50000"/>
              </a:schemeClr>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0" name="Oval 69">
              <a:extLst>
                <a:ext uri="{FF2B5EF4-FFF2-40B4-BE49-F238E27FC236}">
                  <a16:creationId xmlns:a16="http://schemas.microsoft.com/office/drawing/2014/main" id="{9680ADC0-2530-4DDD-AD05-AA654FE35D45}"/>
                </a:ext>
              </a:extLst>
            </p:cNvPr>
            <p:cNvSpPr/>
            <p:nvPr/>
          </p:nvSpPr>
          <p:spPr>
            <a:xfrm>
              <a:off x="4988771" y="2861792"/>
              <a:ext cx="900000" cy="900000"/>
            </a:xfrm>
            <a:prstGeom prst="ellipse">
              <a:avLst/>
            </a:prstGeom>
            <a:solidFill>
              <a:schemeClr val="accent4"/>
            </a:solidFill>
            <a:ln w="381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1" name="Rectangle: Single Corner Rounded 70">
              <a:extLst>
                <a:ext uri="{FF2B5EF4-FFF2-40B4-BE49-F238E27FC236}">
                  <a16:creationId xmlns:a16="http://schemas.microsoft.com/office/drawing/2014/main" id="{13CD55D5-4642-4A80-ADC8-F86E298320ED}"/>
                </a:ext>
              </a:extLst>
            </p:cNvPr>
            <p:cNvSpPr/>
            <p:nvPr/>
          </p:nvSpPr>
          <p:spPr>
            <a:xfrm>
              <a:off x="354217" y="2803206"/>
              <a:ext cx="4477731" cy="340977"/>
            </a:xfrm>
            <a:prstGeom prst="round1Rect">
              <a:avLst>
                <a:gd name="adj" fmla="val 50000"/>
              </a:avLst>
            </a:prstGeom>
            <a:solidFill>
              <a:schemeClr val="accent4"/>
            </a:solidFill>
            <a:ln w="12700" cap="flat" cmpd="sng" algn="ctr">
              <a:noFill/>
              <a:prstDash val="solid"/>
              <a:miter lim="800000"/>
            </a:ln>
            <a:effectLst/>
          </p:spPr>
          <p:txBody>
            <a:bodyPr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0" cap="none" spc="0" normalizeH="0" baseline="0" noProof="0">
                  <a:ln>
                    <a:noFill/>
                  </a:ln>
                  <a:solidFill>
                    <a:srgbClr val="FFFFFF"/>
                  </a:solidFill>
                  <a:effectLst/>
                  <a:uLnTx/>
                  <a:uFillTx/>
                  <a:latin typeface="Ubuntu" panose="020B0504030602030204" pitchFamily="34" charset="0"/>
                  <a:ea typeface="+mn-ea"/>
                  <a:cs typeface="+mn-cs"/>
                </a:rPr>
                <a:t>Our Multi-Disciplinary Staff</a:t>
              </a:r>
            </a:p>
          </p:txBody>
        </p:sp>
        <p:sp>
          <p:nvSpPr>
            <p:cNvPr id="72" name="Rectangle 71">
              <a:extLst>
                <a:ext uri="{FF2B5EF4-FFF2-40B4-BE49-F238E27FC236}">
                  <a16:creationId xmlns:a16="http://schemas.microsoft.com/office/drawing/2014/main" id="{5177543B-3DB7-4C99-9401-37414792BC43}"/>
                </a:ext>
              </a:extLst>
            </p:cNvPr>
            <p:cNvSpPr/>
            <p:nvPr/>
          </p:nvSpPr>
          <p:spPr>
            <a:xfrm>
              <a:off x="354217" y="3142505"/>
              <a:ext cx="4477731" cy="1080000"/>
            </a:xfrm>
            <a:prstGeom prst="rect">
              <a:avLst/>
            </a:prstGeom>
            <a:solidFill>
              <a:schemeClr val="accent4">
                <a:lumMod val="20000"/>
                <a:lumOff val="80000"/>
              </a:schemeClr>
            </a:solidFill>
            <a:ln w="12700" cap="flat" cmpd="sng" algn="ctr">
              <a:noFill/>
              <a:prstDash val="solid"/>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0" cap="none" spc="0" normalizeH="0" baseline="0" noProof="0">
                  <a:ln>
                    <a:noFill/>
                  </a:ln>
                  <a:solidFill>
                    <a:prstClr val="black"/>
                  </a:solidFill>
                  <a:effectLst/>
                  <a:uLnTx/>
                  <a:uFillTx/>
                  <a:latin typeface="Ubuntu" panose="020B0504030602030204" pitchFamily="34" charset="0"/>
                  <a:ea typeface="+mn-ea"/>
                  <a:cs typeface="+mn-cs"/>
                </a:rPr>
                <a:t>Statistics, Machine Learning, Computer Science, Engineering, Business, Psychology etc</a:t>
              </a:r>
              <a:r>
                <a:rPr kumimoji="0" lang="en-SG" sz="1600" b="0" i="0" u="none" strike="noStrike" kern="0" cap="none" spc="0" normalizeH="0" baseline="0" noProof="0">
                  <a:ln>
                    <a:noFill/>
                  </a:ln>
                  <a:solidFill>
                    <a:prstClr val="black"/>
                  </a:solidFill>
                  <a:effectLst/>
                  <a:uLnTx/>
                  <a:uFillTx/>
                  <a:latin typeface="Ubuntu" panose="020B0504030602030204" pitchFamily="34" charset="0"/>
                  <a:ea typeface="+mn-ea"/>
                  <a:cs typeface="+mn-cs"/>
                </a:rPr>
                <a:t>.</a:t>
              </a:r>
            </a:p>
          </p:txBody>
        </p:sp>
        <p:sp>
          <p:nvSpPr>
            <p:cNvPr id="73" name="Oval 72">
              <a:extLst>
                <a:ext uri="{FF2B5EF4-FFF2-40B4-BE49-F238E27FC236}">
                  <a16:creationId xmlns:a16="http://schemas.microsoft.com/office/drawing/2014/main" id="{300C35FC-FAB6-4B06-BFA7-2457ADB7148A}"/>
                </a:ext>
              </a:extLst>
            </p:cNvPr>
            <p:cNvSpPr/>
            <p:nvPr/>
          </p:nvSpPr>
          <p:spPr>
            <a:xfrm>
              <a:off x="4934771" y="2805503"/>
              <a:ext cx="1008000" cy="1008000"/>
            </a:xfrm>
            <a:prstGeom prst="ellipse">
              <a:avLst/>
            </a:prstGeom>
            <a:noFill/>
            <a:ln w="12700" cap="flat" cmpd="sng" algn="ctr">
              <a:solidFill>
                <a:schemeClr val="accent4">
                  <a:lumMod val="50000"/>
                </a:scheme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nvGrpSpPr>
            <p:cNvPr id="74" name="Group 73">
              <a:extLst>
                <a:ext uri="{FF2B5EF4-FFF2-40B4-BE49-F238E27FC236}">
                  <a16:creationId xmlns:a16="http://schemas.microsoft.com/office/drawing/2014/main" id="{C30040F2-349F-4674-A0FA-24FC3431D39C}"/>
                </a:ext>
              </a:extLst>
            </p:cNvPr>
            <p:cNvGrpSpPr/>
            <p:nvPr/>
          </p:nvGrpSpPr>
          <p:grpSpPr>
            <a:xfrm>
              <a:off x="5207775" y="2988855"/>
              <a:ext cx="454200" cy="642737"/>
              <a:chOff x="1431925" y="3838575"/>
              <a:chExt cx="673100" cy="952501"/>
            </a:xfrm>
            <a:solidFill>
              <a:srgbClr val="FFFFFF"/>
            </a:solidFill>
          </p:grpSpPr>
          <p:sp>
            <p:nvSpPr>
              <p:cNvPr id="75" name="Freeform 86">
                <a:extLst>
                  <a:ext uri="{FF2B5EF4-FFF2-40B4-BE49-F238E27FC236}">
                    <a16:creationId xmlns:a16="http://schemas.microsoft.com/office/drawing/2014/main" id="{64997B36-72AE-4DB2-B6CF-E345774AF23E}"/>
                  </a:ext>
                </a:extLst>
              </p:cNvPr>
              <p:cNvSpPr>
                <a:spLocks/>
              </p:cNvSpPr>
              <p:nvPr/>
            </p:nvSpPr>
            <p:spPr bwMode="auto">
              <a:xfrm>
                <a:off x="1471613" y="4513263"/>
                <a:ext cx="119063" cy="120650"/>
              </a:xfrm>
              <a:custGeom>
                <a:avLst/>
                <a:gdLst>
                  <a:gd name="T0" fmla="*/ 224 w 224"/>
                  <a:gd name="T1" fmla="*/ 114 h 227"/>
                  <a:gd name="T2" fmla="*/ 223 w 224"/>
                  <a:gd name="T3" fmla="*/ 136 h 227"/>
                  <a:gd name="T4" fmla="*/ 206 w 224"/>
                  <a:gd name="T5" fmla="*/ 178 h 227"/>
                  <a:gd name="T6" fmla="*/ 175 w 224"/>
                  <a:gd name="T7" fmla="*/ 208 h 227"/>
                  <a:gd name="T8" fmla="*/ 135 w 224"/>
                  <a:gd name="T9" fmla="*/ 225 h 227"/>
                  <a:gd name="T10" fmla="*/ 112 w 224"/>
                  <a:gd name="T11" fmla="*/ 227 h 227"/>
                  <a:gd name="T12" fmla="*/ 89 w 224"/>
                  <a:gd name="T13" fmla="*/ 225 h 227"/>
                  <a:gd name="T14" fmla="*/ 49 w 224"/>
                  <a:gd name="T15" fmla="*/ 208 h 227"/>
                  <a:gd name="T16" fmla="*/ 19 w 224"/>
                  <a:gd name="T17" fmla="*/ 178 h 227"/>
                  <a:gd name="T18" fmla="*/ 1 w 224"/>
                  <a:gd name="T19" fmla="*/ 136 h 227"/>
                  <a:gd name="T20" fmla="*/ 0 w 224"/>
                  <a:gd name="T21" fmla="*/ 114 h 227"/>
                  <a:gd name="T22" fmla="*/ 1 w 224"/>
                  <a:gd name="T23" fmla="*/ 91 h 227"/>
                  <a:gd name="T24" fmla="*/ 19 w 224"/>
                  <a:gd name="T25" fmla="*/ 51 h 227"/>
                  <a:gd name="T26" fmla="*/ 49 w 224"/>
                  <a:gd name="T27" fmla="*/ 19 h 227"/>
                  <a:gd name="T28" fmla="*/ 89 w 224"/>
                  <a:gd name="T29" fmla="*/ 3 h 227"/>
                  <a:gd name="T30" fmla="*/ 112 w 224"/>
                  <a:gd name="T31" fmla="*/ 0 h 227"/>
                  <a:gd name="T32" fmla="*/ 135 w 224"/>
                  <a:gd name="T33" fmla="*/ 3 h 227"/>
                  <a:gd name="T34" fmla="*/ 175 w 224"/>
                  <a:gd name="T35" fmla="*/ 19 h 227"/>
                  <a:gd name="T36" fmla="*/ 206 w 224"/>
                  <a:gd name="T37" fmla="*/ 51 h 227"/>
                  <a:gd name="T38" fmla="*/ 223 w 224"/>
                  <a:gd name="T39" fmla="*/ 91 h 227"/>
                  <a:gd name="T40" fmla="*/ 224 w 224"/>
                  <a:gd name="T41" fmla="*/ 11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7">
                    <a:moveTo>
                      <a:pt x="224" y="114"/>
                    </a:moveTo>
                    <a:lnTo>
                      <a:pt x="223" y="136"/>
                    </a:lnTo>
                    <a:lnTo>
                      <a:pt x="206" y="178"/>
                    </a:lnTo>
                    <a:lnTo>
                      <a:pt x="175" y="208"/>
                    </a:lnTo>
                    <a:lnTo>
                      <a:pt x="135" y="225"/>
                    </a:lnTo>
                    <a:lnTo>
                      <a:pt x="112" y="227"/>
                    </a:lnTo>
                    <a:lnTo>
                      <a:pt x="89" y="225"/>
                    </a:lnTo>
                    <a:lnTo>
                      <a:pt x="49" y="208"/>
                    </a:lnTo>
                    <a:lnTo>
                      <a:pt x="19" y="178"/>
                    </a:lnTo>
                    <a:lnTo>
                      <a:pt x="1" y="136"/>
                    </a:lnTo>
                    <a:lnTo>
                      <a:pt x="0" y="114"/>
                    </a:lnTo>
                    <a:lnTo>
                      <a:pt x="1" y="91"/>
                    </a:lnTo>
                    <a:lnTo>
                      <a:pt x="19" y="51"/>
                    </a:lnTo>
                    <a:lnTo>
                      <a:pt x="49" y="19"/>
                    </a:lnTo>
                    <a:lnTo>
                      <a:pt x="89" y="3"/>
                    </a:lnTo>
                    <a:lnTo>
                      <a:pt x="112" y="0"/>
                    </a:lnTo>
                    <a:lnTo>
                      <a:pt x="135" y="3"/>
                    </a:lnTo>
                    <a:lnTo>
                      <a:pt x="175" y="19"/>
                    </a:lnTo>
                    <a:lnTo>
                      <a:pt x="206" y="51"/>
                    </a:lnTo>
                    <a:lnTo>
                      <a:pt x="223" y="91"/>
                    </a:lnTo>
                    <a:lnTo>
                      <a:pt x="224" y="11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6" name="Freeform 87">
                <a:extLst>
                  <a:ext uri="{FF2B5EF4-FFF2-40B4-BE49-F238E27FC236}">
                    <a16:creationId xmlns:a16="http://schemas.microsoft.com/office/drawing/2014/main" id="{43B6942C-A93E-4FAD-A601-981DBCAF49B2}"/>
                  </a:ext>
                </a:extLst>
              </p:cNvPr>
              <p:cNvSpPr>
                <a:spLocks/>
              </p:cNvSpPr>
              <p:nvPr/>
            </p:nvSpPr>
            <p:spPr bwMode="auto">
              <a:xfrm>
                <a:off x="1431925" y="4652963"/>
                <a:ext cx="198438" cy="138113"/>
              </a:xfrm>
              <a:custGeom>
                <a:avLst/>
                <a:gdLst>
                  <a:gd name="T0" fmla="*/ 187 w 374"/>
                  <a:gd name="T1" fmla="*/ 0 h 262"/>
                  <a:gd name="T2" fmla="*/ 168 w 374"/>
                  <a:gd name="T3" fmla="*/ 0 h 262"/>
                  <a:gd name="T4" fmla="*/ 131 w 374"/>
                  <a:gd name="T5" fmla="*/ 7 h 262"/>
                  <a:gd name="T6" fmla="*/ 98 w 374"/>
                  <a:gd name="T7" fmla="*/ 22 h 262"/>
                  <a:gd name="T8" fmla="*/ 68 w 374"/>
                  <a:gd name="T9" fmla="*/ 42 h 262"/>
                  <a:gd name="T10" fmla="*/ 43 w 374"/>
                  <a:gd name="T11" fmla="*/ 68 h 262"/>
                  <a:gd name="T12" fmla="*/ 23 w 374"/>
                  <a:gd name="T13" fmla="*/ 98 h 262"/>
                  <a:gd name="T14" fmla="*/ 9 w 374"/>
                  <a:gd name="T15" fmla="*/ 131 h 262"/>
                  <a:gd name="T16" fmla="*/ 0 w 374"/>
                  <a:gd name="T17" fmla="*/ 169 h 262"/>
                  <a:gd name="T18" fmla="*/ 0 w 374"/>
                  <a:gd name="T19" fmla="*/ 188 h 262"/>
                  <a:gd name="T20" fmla="*/ 0 w 374"/>
                  <a:gd name="T21" fmla="*/ 262 h 262"/>
                  <a:gd name="T22" fmla="*/ 374 w 374"/>
                  <a:gd name="T23" fmla="*/ 262 h 262"/>
                  <a:gd name="T24" fmla="*/ 374 w 374"/>
                  <a:gd name="T25" fmla="*/ 188 h 262"/>
                  <a:gd name="T26" fmla="*/ 374 w 374"/>
                  <a:gd name="T27" fmla="*/ 169 h 262"/>
                  <a:gd name="T28" fmla="*/ 367 w 374"/>
                  <a:gd name="T29" fmla="*/ 131 h 262"/>
                  <a:gd name="T30" fmla="*/ 353 w 374"/>
                  <a:gd name="T31" fmla="*/ 98 h 262"/>
                  <a:gd name="T32" fmla="*/ 332 w 374"/>
                  <a:gd name="T33" fmla="*/ 68 h 262"/>
                  <a:gd name="T34" fmla="*/ 306 w 374"/>
                  <a:gd name="T35" fmla="*/ 42 h 262"/>
                  <a:gd name="T36" fmla="*/ 276 w 374"/>
                  <a:gd name="T37" fmla="*/ 22 h 262"/>
                  <a:gd name="T38" fmla="*/ 243 w 374"/>
                  <a:gd name="T39" fmla="*/ 7 h 262"/>
                  <a:gd name="T40" fmla="*/ 207 w 374"/>
                  <a:gd name="T41" fmla="*/ 0 h 262"/>
                  <a:gd name="T42" fmla="*/ 187 w 374"/>
                  <a:gd name="T43" fmla="*/ 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4" h="262">
                    <a:moveTo>
                      <a:pt x="187" y="0"/>
                    </a:moveTo>
                    <a:lnTo>
                      <a:pt x="168" y="0"/>
                    </a:lnTo>
                    <a:lnTo>
                      <a:pt x="131" y="7"/>
                    </a:lnTo>
                    <a:lnTo>
                      <a:pt x="98" y="22"/>
                    </a:lnTo>
                    <a:lnTo>
                      <a:pt x="68" y="42"/>
                    </a:lnTo>
                    <a:lnTo>
                      <a:pt x="43" y="68"/>
                    </a:lnTo>
                    <a:lnTo>
                      <a:pt x="23" y="98"/>
                    </a:lnTo>
                    <a:lnTo>
                      <a:pt x="9" y="131"/>
                    </a:lnTo>
                    <a:lnTo>
                      <a:pt x="0" y="169"/>
                    </a:lnTo>
                    <a:lnTo>
                      <a:pt x="0" y="188"/>
                    </a:lnTo>
                    <a:lnTo>
                      <a:pt x="0" y="262"/>
                    </a:lnTo>
                    <a:lnTo>
                      <a:pt x="374" y="262"/>
                    </a:lnTo>
                    <a:lnTo>
                      <a:pt x="374" y="188"/>
                    </a:lnTo>
                    <a:lnTo>
                      <a:pt x="374" y="169"/>
                    </a:lnTo>
                    <a:lnTo>
                      <a:pt x="367" y="131"/>
                    </a:lnTo>
                    <a:lnTo>
                      <a:pt x="353" y="98"/>
                    </a:lnTo>
                    <a:lnTo>
                      <a:pt x="332" y="68"/>
                    </a:lnTo>
                    <a:lnTo>
                      <a:pt x="306" y="42"/>
                    </a:lnTo>
                    <a:lnTo>
                      <a:pt x="276" y="22"/>
                    </a:lnTo>
                    <a:lnTo>
                      <a:pt x="243" y="7"/>
                    </a:lnTo>
                    <a:lnTo>
                      <a:pt x="207" y="0"/>
                    </a:lnTo>
                    <a:lnTo>
                      <a:pt x="187"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7" name="Freeform 88">
                <a:extLst>
                  <a:ext uri="{FF2B5EF4-FFF2-40B4-BE49-F238E27FC236}">
                    <a16:creationId xmlns:a16="http://schemas.microsoft.com/office/drawing/2014/main" id="{E80B520D-FE92-4760-871F-FCC49450C939}"/>
                  </a:ext>
                </a:extLst>
              </p:cNvPr>
              <p:cNvSpPr>
                <a:spLocks/>
              </p:cNvSpPr>
              <p:nvPr/>
            </p:nvSpPr>
            <p:spPr bwMode="auto">
              <a:xfrm>
                <a:off x="1709738" y="4513263"/>
                <a:ext cx="119063" cy="120650"/>
              </a:xfrm>
              <a:custGeom>
                <a:avLst/>
                <a:gdLst>
                  <a:gd name="T0" fmla="*/ 225 w 225"/>
                  <a:gd name="T1" fmla="*/ 114 h 227"/>
                  <a:gd name="T2" fmla="*/ 223 w 225"/>
                  <a:gd name="T3" fmla="*/ 136 h 227"/>
                  <a:gd name="T4" fmla="*/ 206 w 225"/>
                  <a:gd name="T5" fmla="*/ 178 h 227"/>
                  <a:gd name="T6" fmla="*/ 176 w 225"/>
                  <a:gd name="T7" fmla="*/ 208 h 227"/>
                  <a:gd name="T8" fmla="*/ 135 w 225"/>
                  <a:gd name="T9" fmla="*/ 225 h 227"/>
                  <a:gd name="T10" fmla="*/ 112 w 225"/>
                  <a:gd name="T11" fmla="*/ 227 h 227"/>
                  <a:gd name="T12" fmla="*/ 89 w 225"/>
                  <a:gd name="T13" fmla="*/ 225 h 227"/>
                  <a:gd name="T14" fmla="*/ 49 w 225"/>
                  <a:gd name="T15" fmla="*/ 208 h 227"/>
                  <a:gd name="T16" fmla="*/ 19 w 225"/>
                  <a:gd name="T17" fmla="*/ 178 h 227"/>
                  <a:gd name="T18" fmla="*/ 2 w 225"/>
                  <a:gd name="T19" fmla="*/ 136 h 227"/>
                  <a:gd name="T20" fmla="*/ 0 w 225"/>
                  <a:gd name="T21" fmla="*/ 114 h 227"/>
                  <a:gd name="T22" fmla="*/ 2 w 225"/>
                  <a:gd name="T23" fmla="*/ 91 h 227"/>
                  <a:gd name="T24" fmla="*/ 19 w 225"/>
                  <a:gd name="T25" fmla="*/ 51 h 227"/>
                  <a:gd name="T26" fmla="*/ 49 w 225"/>
                  <a:gd name="T27" fmla="*/ 19 h 227"/>
                  <a:gd name="T28" fmla="*/ 89 w 225"/>
                  <a:gd name="T29" fmla="*/ 3 h 227"/>
                  <a:gd name="T30" fmla="*/ 112 w 225"/>
                  <a:gd name="T31" fmla="*/ 0 h 227"/>
                  <a:gd name="T32" fmla="*/ 135 w 225"/>
                  <a:gd name="T33" fmla="*/ 3 h 227"/>
                  <a:gd name="T34" fmla="*/ 176 w 225"/>
                  <a:gd name="T35" fmla="*/ 19 h 227"/>
                  <a:gd name="T36" fmla="*/ 206 w 225"/>
                  <a:gd name="T37" fmla="*/ 51 h 227"/>
                  <a:gd name="T38" fmla="*/ 223 w 225"/>
                  <a:gd name="T39" fmla="*/ 91 h 227"/>
                  <a:gd name="T40" fmla="*/ 225 w 225"/>
                  <a:gd name="T41" fmla="*/ 11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5" h="227">
                    <a:moveTo>
                      <a:pt x="225" y="114"/>
                    </a:moveTo>
                    <a:lnTo>
                      <a:pt x="223" y="136"/>
                    </a:lnTo>
                    <a:lnTo>
                      <a:pt x="206" y="178"/>
                    </a:lnTo>
                    <a:lnTo>
                      <a:pt x="176" y="208"/>
                    </a:lnTo>
                    <a:lnTo>
                      <a:pt x="135" y="225"/>
                    </a:lnTo>
                    <a:lnTo>
                      <a:pt x="112" y="227"/>
                    </a:lnTo>
                    <a:lnTo>
                      <a:pt x="89" y="225"/>
                    </a:lnTo>
                    <a:lnTo>
                      <a:pt x="49" y="208"/>
                    </a:lnTo>
                    <a:lnTo>
                      <a:pt x="19" y="178"/>
                    </a:lnTo>
                    <a:lnTo>
                      <a:pt x="2" y="136"/>
                    </a:lnTo>
                    <a:lnTo>
                      <a:pt x="0" y="114"/>
                    </a:lnTo>
                    <a:lnTo>
                      <a:pt x="2" y="91"/>
                    </a:lnTo>
                    <a:lnTo>
                      <a:pt x="19" y="51"/>
                    </a:lnTo>
                    <a:lnTo>
                      <a:pt x="49" y="19"/>
                    </a:lnTo>
                    <a:lnTo>
                      <a:pt x="89" y="3"/>
                    </a:lnTo>
                    <a:lnTo>
                      <a:pt x="112" y="0"/>
                    </a:lnTo>
                    <a:lnTo>
                      <a:pt x="135" y="3"/>
                    </a:lnTo>
                    <a:lnTo>
                      <a:pt x="176" y="19"/>
                    </a:lnTo>
                    <a:lnTo>
                      <a:pt x="206" y="51"/>
                    </a:lnTo>
                    <a:lnTo>
                      <a:pt x="223" y="91"/>
                    </a:lnTo>
                    <a:lnTo>
                      <a:pt x="225" y="11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8" name="Freeform 89">
                <a:extLst>
                  <a:ext uri="{FF2B5EF4-FFF2-40B4-BE49-F238E27FC236}">
                    <a16:creationId xmlns:a16="http://schemas.microsoft.com/office/drawing/2014/main" id="{99818292-1F43-4980-AEDC-071AE224B5D0}"/>
                  </a:ext>
                </a:extLst>
              </p:cNvPr>
              <p:cNvSpPr>
                <a:spLocks/>
              </p:cNvSpPr>
              <p:nvPr/>
            </p:nvSpPr>
            <p:spPr bwMode="auto">
              <a:xfrm>
                <a:off x="1670050" y="4652963"/>
                <a:ext cx="198438" cy="138113"/>
              </a:xfrm>
              <a:custGeom>
                <a:avLst/>
                <a:gdLst>
                  <a:gd name="T0" fmla="*/ 187 w 374"/>
                  <a:gd name="T1" fmla="*/ 0 h 262"/>
                  <a:gd name="T2" fmla="*/ 167 w 374"/>
                  <a:gd name="T3" fmla="*/ 0 h 262"/>
                  <a:gd name="T4" fmla="*/ 131 w 374"/>
                  <a:gd name="T5" fmla="*/ 7 h 262"/>
                  <a:gd name="T6" fmla="*/ 98 w 374"/>
                  <a:gd name="T7" fmla="*/ 22 h 262"/>
                  <a:gd name="T8" fmla="*/ 68 w 374"/>
                  <a:gd name="T9" fmla="*/ 42 h 262"/>
                  <a:gd name="T10" fmla="*/ 42 w 374"/>
                  <a:gd name="T11" fmla="*/ 68 h 262"/>
                  <a:gd name="T12" fmla="*/ 22 w 374"/>
                  <a:gd name="T13" fmla="*/ 98 h 262"/>
                  <a:gd name="T14" fmla="*/ 8 w 374"/>
                  <a:gd name="T15" fmla="*/ 131 h 262"/>
                  <a:gd name="T16" fmla="*/ 0 w 374"/>
                  <a:gd name="T17" fmla="*/ 169 h 262"/>
                  <a:gd name="T18" fmla="*/ 0 w 374"/>
                  <a:gd name="T19" fmla="*/ 188 h 262"/>
                  <a:gd name="T20" fmla="*/ 0 w 374"/>
                  <a:gd name="T21" fmla="*/ 262 h 262"/>
                  <a:gd name="T22" fmla="*/ 374 w 374"/>
                  <a:gd name="T23" fmla="*/ 262 h 262"/>
                  <a:gd name="T24" fmla="*/ 374 w 374"/>
                  <a:gd name="T25" fmla="*/ 188 h 262"/>
                  <a:gd name="T26" fmla="*/ 373 w 374"/>
                  <a:gd name="T27" fmla="*/ 169 h 262"/>
                  <a:gd name="T28" fmla="*/ 366 w 374"/>
                  <a:gd name="T29" fmla="*/ 131 h 262"/>
                  <a:gd name="T30" fmla="*/ 351 w 374"/>
                  <a:gd name="T31" fmla="*/ 98 h 262"/>
                  <a:gd name="T32" fmla="*/ 331 w 374"/>
                  <a:gd name="T33" fmla="*/ 68 h 262"/>
                  <a:gd name="T34" fmla="*/ 307 w 374"/>
                  <a:gd name="T35" fmla="*/ 42 h 262"/>
                  <a:gd name="T36" fmla="*/ 277 w 374"/>
                  <a:gd name="T37" fmla="*/ 22 h 262"/>
                  <a:gd name="T38" fmla="*/ 244 w 374"/>
                  <a:gd name="T39" fmla="*/ 7 h 262"/>
                  <a:gd name="T40" fmla="*/ 206 w 374"/>
                  <a:gd name="T41" fmla="*/ 0 h 262"/>
                  <a:gd name="T42" fmla="*/ 187 w 374"/>
                  <a:gd name="T43" fmla="*/ 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4" h="262">
                    <a:moveTo>
                      <a:pt x="187" y="0"/>
                    </a:moveTo>
                    <a:lnTo>
                      <a:pt x="167" y="0"/>
                    </a:lnTo>
                    <a:lnTo>
                      <a:pt x="131" y="7"/>
                    </a:lnTo>
                    <a:lnTo>
                      <a:pt x="98" y="22"/>
                    </a:lnTo>
                    <a:lnTo>
                      <a:pt x="68" y="42"/>
                    </a:lnTo>
                    <a:lnTo>
                      <a:pt x="42" y="68"/>
                    </a:lnTo>
                    <a:lnTo>
                      <a:pt x="22" y="98"/>
                    </a:lnTo>
                    <a:lnTo>
                      <a:pt x="8" y="131"/>
                    </a:lnTo>
                    <a:lnTo>
                      <a:pt x="0" y="169"/>
                    </a:lnTo>
                    <a:lnTo>
                      <a:pt x="0" y="188"/>
                    </a:lnTo>
                    <a:lnTo>
                      <a:pt x="0" y="262"/>
                    </a:lnTo>
                    <a:lnTo>
                      <a:pt x="374" y="262"/>
                    </a:lnTo>
                    <a:lnTo>
                      <a:pt x="374" y="188"/>
                    </a:lnTo>
                    <a:lnTo>
                      <a:pt x="373" y="169"/>
                    </a:lnTo>
                    <a:lnTo>
                      <a:pt x="366" y="131"/>
                    </a:lnTo>
                    <a:lnTo>
                      <a:pt x="351" y="98"/>
                    </a:lnTo>
                    <a:lnTo>
                      <a:pt x="331" y="68"/>
                    </a:lnTo>
                    <a:lnTo>
                      <a:pt x="307" y="42"/>
                    </a:lnTo>
                    <a:lnTo>
                      <a:pt x="277" y="22"/>
                    </a:lnTo>
                    <a:lnTo>
                      <a:pt x="244" y="7"/>
                    </a:lnTo>
                    <a:lnTo>
                      <a:pt x="206" y="0"/>
                    </a:lnTo>
                    <a:lnTo>
                      <a:pt x="187"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9" name="Freeform 90">
                <a:extLst>
                  <a:ext uri="{FF2B5EF4-FFF2-40B4-BE49-F238E27FC236}">
                    <a16:creationId xmlns:a16="http://schemas.microsoft.com/office/drawing/2014/main" id="{ACB07823-C6F8-4EC6-8DE4-8429B467851B}"/>
                  </a:ext>
                </a:extLst>
              </p:cNvPr>
              <p:cNvSpPr>
                <a:spLocks/>
              </p:cNvSpPr>
              <p:nvPr/>
            </p:nvSpPr>
            <p:spPr bwMode="auto">
              <a:xfrm>
                <a:off x="1947863" y="4513263"/>
                <a:ext cx="119063" cy="120650"/>
              </a:xfrm>
              <a:custGeom>
                <a:avLst/>
                <a:gdLst>
                  <a:gd name="T0" fmla="*/ 225 w 225"/>
                  <a:gd name="T1" fmla="*/ 114 h 227"/>
                  <a:gd name="T2" fmla="*/ 223 w 225"/>
                  <a:gd name="T3" fmla="*/ 136 h 227"/>
                  <a:gd name="T4" fmla="*/ 206 w 225"/>
                  <a:gd name="T5" fmla="*/ 178 h 227"/>
                  <a:gd name="T6" fmla="*/ 176 w 225"/>
                  <a:gd name="T7" fmla="*/ 208 h 227"/>
                  <a:gd name="T8" fmla="*/ 135 w 225"/>
                  <a:gd name="T9" fmla="*/ 225 h 227"/>
                  <a:gd name="T10" fmla="*/ 112 w 225"/>
                  <a:gd name="T11" fmla="*/ 227 h 227"/>
                  <a:gd name="T12" fmla="*/ 89 w 225"/>
                  <a:gd name="T13" fmla="*/ 225 h 227"/>
                  <a:gd name="T14" fmla="*/ 49 w 225"/>
                  <a:gd name="T15" fmla="*/ 208 h 227"/>
                  <a:gd name="T16" fmla="*/ 19 w 225"/>
                  <a:gd name="T17" fmla="*/ 178 h 227"/>
                  <a:gd name="T18" fmla="*/ 2 w 225"/>
                  <a:gd name="T19" fmla="*/ 136 h 227"/>
                  <a:gd name="T20" fmla="*/ 0 w 225"/>
                  <a:gd name="T21" fmla="*/ 114 h 227"/>
                  <a:gd name="T22" fmla="*/ 2 w 225"/>
                  <a:gd name="T23" fmla="*/ 91 h 227"/>
                  <a:gd name="T24" fmla="*/ 19 w 225"/>
                  <a:gd name="T25" fmla="*/ 51 h 227"/>
                  <a:gd name="T26" fmla="*/ 49 w 225"/>
                  <a:gd name="T27" fmla="*/ 19 h 227"/>
                  <a:gd name="T28" fmla="*/ 89 w 225"/>
                  <a:gd name="T29" fmla="*/ 3 h 227"/>
                  <a:gd name="T30" fmla="*/ 112 w 225"/>
                  <a:gd name="T31" fmla="*/ 0 h 227"/>
                  <a:gd name="T32" fmla="*/ 135 w 225"/>
                  <a:gd name="T33" fmla="*/ 3 h 227"/>
                  <a:gd name="T34" fmla="*/ 176 w 225"/>
                  <a:gd name="T35" fmla="*/ 19 h 227"/>
                  <a:gd name="T36" fmla="*/ 206 w 225"/>
                  <a:gd name="T37" fmla="*/ 51 h 227"/>
                  <a:gd name="T38" fmla="*/ 223 w 225"/>
                  <a:gd name="T39" fmla="*/ 91 h 227"/>
                  <a:gd name="T40" fmla="*/ 225 w 225"/>
                  <a:gd name="T41" fmla="*/ 11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5" h="227">
                    <a:moveTo>
                      <a:pt x="225" y="114"/>
                    </a:moveTo>
                    <a:lnTo>
                      <a:pt x="223" y="136"/>
                    </a:lnTo>
                    <a:lnTo>
                      <a:pt x="206" y="178"/>
                    </a:lnTo>
                    <a:lnTo>
                      <a:pt x="176" y="208"/>
                    </a:lnTo>
                    <a:lnTo>
                      <a:pt x="135" y="225"/>
                    </a:lnTo>
                    <a:lnTo>
                      <a:pt x="112" y="227"/>
                    </a:lnTo>
                    <a:lnTo>
                      <a:pt x="89" y="225"/>
                    </a:lnTo>
                    <a:lnTo>
                      <a:pt x="49" y="208"/>
                    </a:lnTo>
                    <a:lnTo>
                      <a:pt x="19" y="178"/>
                    </a:lnTo>
                    <a:lnTo>
                      <a:pt x="2" y="136"/>
                    </a:lnTo>
                    <a:lnTo>
                      <a:pt x="0" y="114"/>
                    </a:lnTo>
                    <a:lnTo>
                      <a:pt x="2" y="91"/>
                    </a:lnTo>
                    <a:lnTo>
                      <a:pt x="19" y="51"/>
                    </a:lnTo>
                    <a:lnTo>
                      <a:pt x="49" y="19"/>
                    </a:lnTo>
                    <a:lnTo>
                      <a:pt x="89" y="3"/>
                    </a:lnTo>
                    <a:lnTo>
                      <a:pt x="112" y="0"/>
                    </a:lnTo>
                    <a:lnTo>
                      <a:pt x="135" y="3"/>
                    </a:lnTo>
                    <a:lnTo>
                      <a:pt x="176" y="19"/>
                    </a:lnTo>
                    <a:lnTo>
                      <a:pt x="206" y="51"/>
                    </a:lnTo>
                    <a:lnTo>
                      <a:pt x="223" y="91"/>
                    </a:lnTo>
                    <a:lnTo>
                      <a:pt x="225" y="11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0" name="Freeform 91">
                <a:extLst>
                  <a:ext uri="{FF2B5EF4-FFF2-40B4-BE49-F238E27FC236}">
                    <a16:creationId xmlns:a16="http://schemas.microsoft.com/office/drawing/2014/main" id="{0D26E2BF-0CC6-475F-B9BF-6727F7F4B255}"/>
                  </a:ext>
                </a:extLst>
              </p:cNvPr>
              <p:cNvSpPr>
                <a:spLocks/>
              </p:cNvSpPr>
              <p:nvPr/>
            </p:nvSpPr>
            <p:spPr bwMode="auto">
              <a:xfrm>
                <a:off x="1908175" y="4652963"/>
                <a:ext cx="196850" cy="138113"/>
              </a:xfrm>
              <a:custGeom>
                <a:avLst/>
                <a:gdLst>
                  <a:gd name="T0" fmla="*/ 187 w 374"/>
                  <a:gd name="T1" fmla="*/ 0 h 262"/>
                  <a:gd name="T2" fmla="*/ 169 w 374"/>
                  <a:gd name="T3" fmla="*/ 0 h 262"/>
                  <a:gd name="T4" fmla="*/ 131 w 374"/>
                  <a:gd name="T5" fmla="*/ 7 h 262"/>
                  <a:gd name="T6" fmla="*/ 98 w 374"/>
                  <a:gd name="T7" fmla="*/ 22 h 262"/>
                  <a:gd name="T8" fmla="*/ 68 w 374"/>
                  <a:gd name="T9" fmla="*/ 42 h 262"/>
                  <a:gd name="T10" fmla="*/ 43 w 374"/>
                  <a:gd name="T11" fmla="*/ 68 h 262"/>
                  <a:gd name="T12" fmla="*/ 23 w 374"/>
                  <a:gd name="T13" fmla="*/ 98 h 262"/>
                  <a:gd name="T14" fmla="*/ 9 w 374"/>
                  <a:gd name="T15" fmla="*/ 131 h 262"/>
                  <a:gd name="T16" fmla="*/ 0 w 374"/>
                  <a:gd name="T17" fmla="*/ 169 h 262"/>
                  <a:gd name="T18" fmla="*/ 0 w 374"/>
                  <a:gd name="T19" fmla="*/ 188 h 262"/>
                  <a:gd name="T20" fmla="*/ 0 w 374"/>
                  <a:gd name="T21" fmla="*/ 262 h 262"/>
                  <a:gd name="T22" fmla="*/ 374 w 374"/>
                  <a:gd name="T23" fmla="*/ 262 h 262"/>
                  <a:gd name="T24" fmla="*/ 374 w 374"/>
                  <a:gd name="T25" fmla="*/ 188 h 262"/>
                  <a:gd name="T26" fmla="*/ 374 w 374"/>
                  <a:gd name="T27" fmla="*/ 169 h 262"/>
                  <a:gd name="T28" fmla="*/ 367 w 374"/>
                  <a:gd name="T29" fmla="*/ 131 h 262"/>
                  <a:gd name="T30" fmla="*/ 353 w 374"/>
                  <a:gd name="T31" fmla="*/ 98 h 262"/>
                  <a:gd name="T32" fmla="*/ 333 w 374"/>
                  <a:gd name="T33" fmla="*/ 68 h 262"/>
                  <a:gd name="T34" fmla="*/ 307 w 374"/>
                  <a:gd name="T35" fmla="*/ 42 h 262"/>
                  <a:gd name="T36" fmla="*/ 277 w 374"/>
                  <a:gd name="T37" fmla="*/ 22 h 262"/>
                  <a:gd name="T38" fmla="*/ 243 w 374"/>
                  <a:gd name="T39" fmla="*/ 7 h 262"/>
                  <a:gd name="T40" fmla="*/ 208 w 374"/>
                  <a:gd name="T41" fmla="*/ 0 h 262"/>
                  <a:gd name="T42" fmla="*/ 187 w 374"/>
                  <a:gd name="T43" fmla="*/ 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4" h="262">
                    <a:moveTo>
                      <a:pt x="187" y="0"/>
                    </a:moveTo>
                    <a:lnTo>
                      <a:pt x="169" y="0"/>
                    </a:lnTo>
                    <a:lnTo>
                      <a:pt x="131" y="7"/>
                    </a:lnTo>
                    <a:lnTo>
                      <a:pt x="98" y="22"/>
                    </a:lnTo>
                    <a:lnTo>
                      <a:pt x="68" y="42"/>
                    </a:lnTo>
                    <a:lnTo>
                      <a:pt x="43" y="68"/>
                    </a:lnTo>
                    <a:lnTo>
                      <a:pt x="23" y="98"/>
                    </a:lnTo>
                    <a:lnTo>
                      <a:pt x="9" y="131"/>
                    </a:lnTo>
                    <a:lnTo>
                      <a:pt x="0" y="169"/>
                    </a:lnTo>
                    <a:lnTo>
                      <a:pt x="0" y="188"/>
                    </a:lnTo>
                    <a:lnTo>
                      <a:pt x="0" y="262"/>
                    </a:lnTo>
                    <a:lnTo>
                      <a:pt x="374" y="262"/>
                    </a:lnTo>
                    <a:lnTo>
                      <a:pt x="374" y="188"/>
                    </a:lnTo>
                    <a:lnTo>
                      <a:pt x="374" y="169"/>
                    </a:lnTo>
                    <a:lnTo>
                      <a:pt x="367" y="131"/>
                    </a:lnTo>
                    <a:lnTo>
                      <a:pt x="353" y="98"/>
                    </a:lnTo>
                    <a:lnTo>
                      <a:pt x="333" y="68"/>
                    </a:lnTo>
                    <a:lnTo>
                      <a:pt x="307" y="42"/>
                    </a:lnTo>
                    <a:lnTo>
                      <a:pt x="277" y="22"/>
                    </a:lnTo>
                    <a:lnTo>
                      <a:pt x="243" y="7"/>
                    </a:lnTo>
                    <a:lnTo>
                      <a:pt x="208" y="0"/>
                    </a:lnTo>
                    <a:lnTo>
                      <a:pt x="187"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1" name="Freeform 92">
                <a:extLst>
                  <a:ext uri="{FF2B5EF4-FFF2-40B4-BE49-F238E27FC236}">
                    <a16:creationId xmlns:a16="http://schemas.microsoft.com/office/drawing/2014/main" id="{253F25A7-31B6-42E9-878F-2867EF995199}"/>
                  </a:ext>
                </a:extLst>
              </p:cNvPr>
              <p:cNvSpPr>
                <a:spLocks noEditPoints="1"/>
              </p:cNvSpPr>
              <p:nvPr/>
            </p:nvSpPr>
            <p:spPr bwMode="auto">
              <a:xfrm>
                <a:off x="1471613" y="3838575"/>
                <a:ext cx="595313" cy="635000"/>
              </a:xfrm>
              <a:custGeom>
                <a:avLst/>
                <a:gdLst>
                  <a:gd name="T0" fmla="*/ 998 w 1124"/>
                  <a:gd name="T1" fmla="*/ 1193 h 1200"/>
                  <a:gd name="T2" fmla="*/ 1011 w 1124"/>
                  <a:gd name="T3" fmla="*/ 1153 h 1200"/>
                  <a:gd name="T4" fmla="*/ 965 w 1124"/>
                  <a:gd name="T5" fmla="*/ 1066 h 1200"/>
                  <a:gd name="T6" fmla="*/ 1011 w 1124"/>
                  <a:gd name="T7" fmla="*/ 976 h 1200"/>
                  <a:gd name="T8" fmla="*/ 1105 w 1124"/>
                  <a:gd name="T9" fmla="*/ 927 h 1200"/>
                  <a:gd name="T10" fmla="*/ 1124 w 1124"/>
                  <a:gd name="T11" fmla="*/ 112 h 1200"/>
                  <a:gd name="T12" fmla="*/ 1075 w 1124"/>
                  <a:gd name="T13" fmla="*/ 19 h 1200"/>
                  <a:gd name="T14" fmla="*/ 112 w 1124"/>
                  <a:gd name="T15" fmla="*/ 0 h 1200"/>
                  <a:gd name="T16" fmla="*/ 19 w 1124"/>
                  <a:gd name="T17" fmla="*/ 49 h 1200"/>
                  <a:gd name="T18" fmla="*/ 0 w 1124"/>
                  <a:gd name="T19" fmla="*/ 863 h 1200"/>
                  <a:gd name="T20" fmla="*/ 49 w 1124"/>
                  <a:gd name="T21" fmla="*/ 957 h 1200"/>
                  <a:gd name="T22" fmla="*/ 184 w 1124"/>
                  <a:gd name="T23" fmla="*/ 976 h 1200"/>
                  <a:gd name="T24" fmla="*/ 125 w 1124"/>
                  <a:gd name="T25" fmla="*/ 1133 h 1200"/>
                  <a:gd name="T26" fmla="*/ 113 w 1124"/>
                  <a:gd name="T27" fmla="*/ 1176 h 1200"/>
                  <a:gd name="T28" fmla="*/ 141 w 1124"/>
                  <a:gd name="T29" fmla="*/ 1200 h 1200"/>
                  <a:gd name="T30" fmla="*/ 161 w 1124"/>
                  <a:gd name="T31" fmla="*/ 1199 h 1200"/>
                  <a:gd name="T32" fmla="*/ 339 w 1124"/>
                  <a:gd name="T33" fmla="*/ 1094 h 1200"/>
                  <a:gd name="T34" fmla="*/ 408 w 1124"/>
                  <a:gd name="T35" fmla="*/ 976 h 1200"/>
                  <a:gd name="T36" fmla="*/ 531 w 1124"/>
                  <a:gd name="T37" fmla="*/ 1186 h 1200"/>
                  <a:gd name="T38" fmla="*/ 574 w 1124"/>
                  <a:gd name="T39" fmla="*/ 1199 h 1200"/>
                  <a:gd name="T40" fmla="*/ 665 w 1124"/>
                  <a:gd name="T41" fmla="*/ 976 h 1200"/>
                  <a:gd name="T42" fmla="*/ 748 w 1124"/>
                  <a:gd name="T43" fmla="*/ 1052 h 1200"/>
                  <a:gd name="T44" fmla="*/ 931 w 1124"/>
                  <a:gd name="T45" fmla="*/ 1188 h 1200"/>
                  <a:gd name="T46" fmla="*/ 974 w 1124"/>
                  <a:gd name="T47" fmla="*/ 1200 h 1200"/>
                  <a:gd name="T48" fmla="*/ 764 w 1124"/>
                  <a:gd name="T49" fmla="*/ 902 h 1200"/>
                  <a:gd name="T50" fmla="*/ 626 w 1124"/>
                  <a:gd name="T51" fmla="*/ 902 h 1200"/>
                  <a:gd name="T52" fmla="*/ 562 w 1124"/>
                  <a:gd name="T53" fmla="*/ 1045 h 1200"/>
                  <a:gd name="T54" fmla="*/ 499 w 1124"/>
                  <a:gd name="T55" fmla="*/ 902 h 1200"/>
                  <a:gd name="T56" fmla="*/ 375 w 1124"/>
                  <a:gd name="T57" fmla="*/ 901 h 1200"/>
                  <a:gd name="T58" fmla="*/ 337 w 1124"/>
                  <a:gd name="T59" fmla="*/ 938 h 1200"/>
                  <a:gd name="T60" fmla="*/ 289 w 1124"/>
                  <a:gd name="T61" fmla="*/ 1038 h 1200"/>
                  <a:gd name="T62" fmla="*/ 244 w 1124"/>
                  <a:gd name="T63" fmla="*/ 1049 h 1200"/>
                  <a:gd name="T64" fmla="*/ 260 w 1124"/>
                  <a:gd name="T65" fmla="*/ 924 h 1200"/>
                  <a:gd name="T66" fmla="*/ 112 w 1124"/>
                  <a:gd name="T67" fmla="*/ 901 h 1200"/>
                  <a:gd name="T68" fmla="*/ 75 w 1124"/>
                  <a:gd name="T69" fmla="*/ 863 h 1200"/>
                  <a:gd name="T70" fmla="*/ 98 w 1124"/>
                  <a:gd name="T71" fmla="*/ 78 h 1200"/>
                  <a:gd name="T72" fmla="*/ 1027 w 1124"/>
                  <a:gd name="T73" fmla="*/ 78 h 1200"/>
                  <a:gd name="T74" fmla="*/ 1049 w 1124"/>
                  <a:gd name="T75" fmla="*/ 863 h 1200"/>
                  <a:gd name="T76" fmla="*/ 1011 w 1124"/>
                  <a:gd name="T77" fmla="*/ 901 h 1200"/>
                  <a:gd name="T78" fmla="*/ 865 w 1124"/>
                  <a:gd name="T79" fmla="*/ 924 h 1200"/>
                  <a:gd name="T80" fmla="*/ 879 w 1124"/>
                  <a:gd name="T81" fmla="*/ 1049 h 1200"/>
                  <a:gd name="T82" fmla="*/ 836 w 1124"/>
                  <a:gd name="T83" fmla="*/ 1039 h 1200"/>
                  <a:gd name="T84" fmla="*/ 787 w 1124"/>
                  <a:gd name="T85" fmla="*/ 938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24" h="1200">
                    <a:moveTo>
                      <a:pt x="974" y="1200"/>
                    </a:moveTo>
                    <a:lnTo>
                      <a:pt x="983" y="1200"/>
                    </a:lnTo>
                    <a:lnTo>
                      <a:pt x="998" y="1193"/>
                    </a:lnTo>
                    <a:lnTo>
                      <a:pt x="1004" y="1186"/>
                    </a:lnTo>
                    <a:lnTo>
                      <a:pt x="1010" y="1176"/>
                    </a:lnTo>
                    <a:lnTo>
                      <a:pt x="1011" y="1153"/>
                    </a:lnTo>
                    <a:lnTo>
                      <a:pt x="1006" y="1143"/>
                    </a:lnTo>
                    <a:lnTo>
                      <a:pt x="998" y="1133"/>
                    </a:lnTo>
                    <a:lnTo>
                      <a:pt x="965" y="1066"/>
                    </a:lnTo>
                    <a:lnTo>
                      <a:pt x="945" y="1009"/>
                    </a:lnTo>
                    <a:lnTo>
                      <a:pt x="939" y="976"/>
                    </a:lnTo>
                    <a:lnTo>
                      <a:pt x="1011" y="976"/>
                    </a:lnTo>
                    <a:lnTo>
                      <a:pt x="1034" y="974"/>
                    </a:lnTo>
                    <a:lnTo>
                      <a:pt x="1075" y="957"/>
                    </a:lnTo>
                    <a:lnTo>
                      <a:pt x="1105" y="927"/>
                    </a:lnTo>
                    <a:lnTo>
                      <a:pt x="1122" y="886"/>
                    </a:lnTo>
                    <a:lnTo>
                      <a:pt x="1124" y="863"/>
                    </a:lnTo>
                    <a:lnTo>
                      <a:pt x="1124" y="112"/>
                    </a:lnTo>
                    <a:lnTo>
                      <a:pt x="1122" y="89"/>
                    </a:lnTo>
                    <a:lnTo>
                      <a:pt x="1105" y="49"/>
                    </a:lnTo>
                    <a:lnTo>
                      <a:pt x="1075" y="19"/>
                    </a:lnTo>
                    <a:lnTo>
                      <a:pt x="1034" y="1"/>
                    </a:lnTo>
                    <a:lnTo>
                      <a:pt x="1011" y="0"/>
                    </a:lnTo>
                    <a:lnTo>
                      <a:pt x="112" y="0"/>
                    </a:lnTo>
                    <a:lnTo>
                      <a:pt x="89" y="1"/>
                    </a:lnTo>
                    <a:lnTo>
                      <a:pt x="49" y="19"/>
                    </a:lnTo>
                    <a:lnTo>
                      <a:pt x="19" y="49"/>
                    </a:lnTo>
                    <a:lnTo>
                      <a:pt x="1" y="89"/>
                    </a:lnTo>
                    <a:lnTo>
                      <a:pt x="0" y="112"/>
                    </a:lnTo>
                    <a:lnTo>
                      <a:pt x="0" y="863"/>
                    </a:lnTo>
                    <a:lnTo>
                      <a:pt x="1" y="886"/>
                    </a:lnTo>
                    <a:lnTo>
                      <a:pt x="19" y="927"/>
                    </a:lnTo>
                    <a:lnTo>
                      <a:pt x="49" y="957"/>
                    </a:lnTo>
                    <a:lnTo>
                      <a:pt x="89" y="974"/>
                    </a:lnTo>
                    <a:lnTo>
                      <a:pt x="112" y="976"/>
                    </a:lnTo>
                    <a:lnTo>
                      <a:pt x="184" y="976"/>
                    </a:lnTo>
                    <a:lnTo>
                      <a:pt x="178" y="1007"/>
                    </a:lnTo>
                    <a:lnTo>
                      <a:pt x="158" y="1066"/>
                    </a:lnTo>
                    <a:lnTo>
                      <a:pt x="125" y="1133"/>
                    </a:lnTo>
                    <a:lnTo>
                      <a:pt x="119" y="1143"/>
                    </a:lnTo>
                    <a:lnTo>
                      <a:pt x="113" y="1153"/>
                    </a:lnTo>
                    <a:lnTo>
                      <a:pt x="113" y="1176"/>
                    </a:lnTo>
                    <a:lnTo>
                      <a:pt x="121" y="1186"/>
                    </a:lnTo>
                    <a:lnTo>
                      <a:pt x="126" y="1193"/>
                    </a:lnTo>
                    <a:lnTo>
                      <a:pt x="141" y="1200"/>
                    </a:lnTo>
                    <a:lnTo>
                      <a:pt x="149" y="1200"/>
                    </a:lnTo>
                    <a:lnTo>
                      <a:pt x="155" y="1200"/>
                    </a:lnTo>
                    <a:lnTo>
                      <a:pt x="161" y="1199"/>
                    </a:lnTo>
                    <a:lnTo>
                      <a:pt x="194" y="1188"/>
                    </a:lnTo>
                    <a:lnTo>
                      <a:pt x="298" y="1128"/>
                    </a:lnTo>
                    <a:lnTo>
                      <a:pt x="339" y="1094"/>
                    </a:lnTo>
                    <a:lnTo>
                      <a:pt x="375" y="1052"/>
                    </a:lnTo>
                    <a:lnTo>
                      <a:pt x="401" y="1003"/>
                    </a:lnTo>
                    <a:lnTo>
                      <a:pt x="408" y="976"/>
                    </a:lnTo>
                    <a:lnTo>
                      <a:pt x="460" y="976"/>
                    </a:lnTo>
                    <a:lnTo>
                      <a:pt x="526" y="1176"/>
                    </a:lnTo>
                    <a:lnTo>
                      <a:pt x="531" y="1186"/>
                    </a:lnTo>
                    <a:lnTo>
                      <a:pt x="549" y="1199"/>
                    </a:lnTo>
                    <a:lnTo>
                      <a:pt x="562" y="1200"/>
                    </a:lnTo>
                    <a:lnTo>
                      <a:pt x="574" y="1199"/>
                    </a:lnTo>
                    <a:lnTo>
                      <a:pt x="593" y="1186"/>
                    </a:lnTo>
                    <a:lnTo>
                      <a:pt x="597" y="1176"/>
                    </a:lnTo>
                    <a:lnTo>
                      <a:pt x="665" y="976"/>
                    </a:lnTo>
                    <a:lnTo>
                      <a:pt x="715" y="976"/>
                    </a:lnTo>
                    <a:lnTo>
                      <a:pt x="722" y="1003"/>
                    </a:lnTo>
                    <a:lnTo>
                      <a:pt x="748" y="1052"/>
                    </a:lnTo>
                    <a:lnTo>
                      <a:pt x="784" y="1094"/>
                    </a:lnTo>
                    <a:lnTo>
                      <a:pt x="826" y="1128"/>
                    </a:lnTo>
                    <a:lnTo>
                      <a:pt x="931" y="1188"/>
                    </a:lnTo>
                    <a:lnTo>
                      <a:pt x="962" y="1199"/>
                    </a:lnTo>
                    <a:lnTo>
                      <a:pt x="968" y="1200"/>
                    </a:lnTo>
                    <a:lnTo>
                      <a:pt x="974" y="1200"/>
                    </a:lnTo>
                    <a:close/>
                    <a:moveTo>
                      <a:pt x="787" y="938"/>
                    </a:moveTo>
                    <a:lnTo>
                      <a:pt x="785" y="924"/>
                    </a:lnTo>
                    <a:lnTo>
                      <a:pt x="764" y="902"/>
                    </a:lnTo>
                    <a:lnTo>
                      <a:pt x="749" y="901"/>
                    </a:lnTo>
                    <a:lnTo>
                      <a:pt x="637" y="901"/>
                    </a:lnTo>
                    <a:lnTo>
                      <a:pt x="626" y="902"/>
                    </a:lnTo>
                    <a:lnTo>
                      <a:pt x="607" y="915"/>
                    </a:lnTo>
                    <a:lnTo>
                      <a:pt x="601" y="927"/>
                    </a:lnTo>
                    <a:lnTo>
                      <a:pt x="562" y="1045"/>
                    </a:lnTo>
                    <a:lnTo>
                      <a:pt x="522" y="927"/>
                    </a:lnTo>
                    <a:lnTo>
                      <a:pt x="518" y="915"/>
                    </a:lnTo>
                    <a:lnTo>
                      <a:pt x="499" y="902"/>
                    </a:lnTo>
                    <a:lnTo>
                      <a:pt x="488" y="901"/>
                    </a:lnTo>
                    <a:lnTo>
                      <a:pt x="488" y="901"/>
                    </a:lnTo>
                    <a:lnTo>
                      <a:pt x="375" y="901"/>
                    </a:lnTo>
                    <a:lnTo>
                      <a:pt x="360" y="902"/>
                    </a:lnTo>
                    <a:lnTo>
                      <a:pt x="339" y="924"/>
                    </a:lnTo>
                    <a:lnTo>
                      <a:pt x="337" y="938"/>
                    </a:lnTo>
                    <a:lnTo>
                      <a:pt x="335" y="960"/>
                    </a:lnTo>
                    <a:lnTo>
                      <a:pt x="319" y="1002"/>
                    </a:lnTo>
                    <a:lnTo>
                      <a:pt x="289" y="1038"/>
                    </a:lnTo>
                    <a:lnTo>
                      <a:pt x="253" y="1068"/>
                    </a:lnTo>
                    <a:lnTo>
                      <a:pt x="233" y="1082"/>
                    </a:lnTo>
                    <a:lnTo>
                      <a:pt x="244" y="1049"/>
                    </a:lnTo>
                    <a:lnTo>
                      <a:pt x="260" y="977"/>
                    </a:lnTo>
                    <a:lnTo>
                      <a:pt x="262" y="938"/>
                    </a:lnTo>
                    <a:lnTo>
                      <a:pt x="260" y="924"/>
                    </a:lnTo>
                    <a:lnTo>
                      <a:pt x="240" y="902"/>
                    </a:lnTo>
                    <a:lnTo>
                      <a:pt x="224" y="901"/>
                    </a:lnTo>
                    <a:lnTo>
                      <a:pt x="112" y="901"/>
                    </a:lnTo>
                    <a:lnTo>
                      <a:pt x="98" y="899"/>
                    </a:lnTo>
                    <a:lnTo>
                      <a:pt x="78" y="878"/>
                    </a:lnTo>
                    <a:lnTo>
                      <a:pt x="75" y="863"/>
                    </a:lnTo>
                    <a:lnTo>
                      <a:pt x="75" y="112"/>
                    </a:lnTo>
                    <a:lnTo>
                      <a:pt x="78" y="98"/>
                    </a:lnTo>
                    <a:lnTo>
                      <a:pt x="98" y="78"/>
                    </a:lnTo>
                    <a:lnTo>
                      <a:pt x="112" y="75"/>
                    </a:lnTo>
                    <a:lnTo>
                      <a:pt x="1011" y="75"/>
                    </a:lnTo>
                    <a:lnTo>
                      <a:pt x="1027" y="78"/>
                    </a:lnTo>
                    <a:lnTo>
                      <a:pt x="1047" y="98"/>
                    </a:lnTo>
                    <a:lnTo>
                      <a:pt x="1049" y="112"/>
                    </a:lnTo>
                    <a:lnTo>
                      <a:pt x="1049" y="863"/>
                    </a:lnTo>
                    <a:lnTo>
                      <a:pt x="1047" y="878"/>
                    </a:lnTo>
                    <a:lnTo>
                      <a:pt x="1027" y="899"/>
                    </a:lnTo>
                    <a:lnTo>
                      <a:pt x="1011" y="901"/>
                    </a:lnTo>
                    <a:lnTo>
                      <a:pt x="899" y="901"/>
                    </a:lnTo>
                    <a:lnTo>
                      <a:pt x="885" y="902"/>
                    </a:lnTo>
                    <a:lnTo>
                      <a:pt x="865" y="924"/>
                    </a:lnTo>
                    <a:lnTo>
                      <a:pt x="862" y="938"/>
                    </a:lnTo>
                    <a:lnTo>
                      <a:pt x="863" y="977"/>
                    </a:lnTo>
                    <a:lnTo>
                      <a:pt x="879" y="1049"/>
                    </a:lnTo>
                    <a:lnTo>
                      <a:pt x="892" y="1081"/>
                    </a:lnTo>
                    <a:lnTo>
                      <a:pt x="872" y="1068"/>
                    </a:lnTo>
                    <a:lnTo>
                      <a:pt x="836" y="1039"/>
                    </a:lnTo>
                    <a:lnTo>
                      <a:pt x="806" y="1003"/>
                    </a:lnTo>
                    <a:lnTo>
                      <a:pt x="788" y="961"/>
                    </a:lnTo>
                    <a:lnTo>
                      <a:pt x="787" y="93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2" name="Freeform 93">
                <a:extLst>
                  <a:ext uri="{FF2B5EF4-FFF2-40B4-BE49-F238E27FC236}">
                    <a16:creationId xmlns:a16="http://schemas.microsoft.com/office/drawing/2014/main" id="{33785819-4842-4CA5-97B6-0D31FA904FB7}"/>
                  </a:ext>
                </a:extLst>
              </p:cNvPr>
              <p:cNvSpPr>
                <a:spLocks/>
              </p:cNvSpPr>
              <p:nvPr/>
            </p:nvSpPr>
            <p:spPr bwMode="auto">
              <a:xfrm>
                <a:off x="1690688" y="3997325"/>
                <a:ext cx="157163" cy="198438"/>
              </a:xfrm>
              <a:custGeom>
                <a:avLst/>
                <a:gdLst>
                  <a:gd name="T0" fmla="*/ 149 w 299"/>
                  <a:gd name="T1" fmla="*/ 0 h 376"/>
                  <a:gd name="T2" fmla="*/ 118 w 299"/>
                  <a:gd name="T3" fmla="*/ 3 h 376"/>
                  <a:gd name="T4" fmla="*/ 65 w 299"/>
                  <a:gd name="T5" fmla="*/ 26 h 376"/>
                  <a:gd name="T6" fmla="*/ 24 w 299"/>
                  <a:gd name="T7" fmla="*/ 66 h 376"/>
                  <a:gd name="T8" fmla="*/ 1 w 299"/>
                  <a:gd name="T9" fmla="*/ 119 h 376"/>
                  <a:gd name="T10" fmla="*/ 0 w 299"/>
                  <a:gd name="T11" fmla="*/ 151 h 376"/>
                  <a:gd name="T12" fmla="*/ 0 w 299"/>
                  <a:gd name="T13" fmla="*/ 170 h 376"/>
                  <a:gd name="T14" fmla="*/ 10 w 299"/>
                  <a:gd name="T15" fmla="*/ 204 h 376"/>
                  <a:gd name="T16" fmla="*/ 34 w 299"/>
                  <a:gd name="T17" fmla="*/ 251 h 376"/>
                  <a:gd name="T18" fmla="*/ 54 w 299"/>
                  <a:gd name="T19" fmla="*/ 282 h 376"/>
                  <a:gd name="T20" fmla="*/ 62 w 299"/>
                  <a:gd name="T21" fmla="*/ 298 h 376"/>
                  <a:gd name="T22" fmla="*/ 73 w 299"/>
                  <a:gd name="T23" fmla="*/ 340 h 376"/>
                  <a:gd name="T24" fmla="*/ 75 w 299"/>
                  <a:gd name="T25" fmla="*/ 357 h 376"/>
                  <a:gd name="T26" fmla="*/ 75 w 299"/>
                  <a:gd name="T27" fmla="*/ 364 h 376"/>
                  <a:gd name="T28" fmla="*/ 85 w 299"/>
                  <a:gd name="T29" fmla="*/ 374 h 376"/>
                  <a:gd name="T30" fmla="*/ 93 w 299"/>
                  <a:gd name="T31" fmla="*/ 376 h 376"/>
                  <a:gd name="T32" fmla="*/ 206 w 299"/>
                  <a:gd name="T33" fmla="*/ 376 h 376"/>
                  <a:gd name="T34" fmla="*/ 213 w 299"/>
                  <a:gd name="T35" fmla="*/ 374 h 376"/>
                  <a:gd name="T36" fmla="*/ 223 w 299"/>
                  <a:gd name="T37" fmla="*/ 364 h 376"/>
                  <a:gd name="T38" fmla="*/ 224 w 299"/>
                  <a:gd name="T39" fmla="*/ 357 h 376"/>
                  <a:gd name="T40" fmla="*/ 226 w 299"/>
                  <a:gd name="T41" fmla="*/ 340 h 376"/>
                  <a:gd name="T42" fmla="*/ 237 w 299"/>
                  <a:gd name="T43" fmla="*/ 298 h 376"/>
                  <a:gd name="T44" fmla="*/ 244 w 299"/>
                  <a:gd name="T45" fmla="*/ 282 h 376"/>
                  <a:gd name="T46" fmla="*/ 265 w 299"/>
                  <a:gd name="T47" fmla="*/ 251 h 376"/>
                  <a:gd name="T48" fmla="*/ 289 w 299"/>
                  <a:gd name="T49" fmla="*/ 204 h 376"/>
                  <a:gd name="T50" fmla="*/ 298 w 299"/>
                  <a:gd name="T51" fmla="*/ 170 h 376"/>
                  <a:gd name="T52" fmla="*/ 299 w 299"/>
                  <a:gd name="T53" fmla="*/ 151 h 376"/>
                  <a:gd name="T54" fmla="*/ 296 w 299"/>
                  <a:gd name="T55" fmla="*/ 119 h 376"/>
                  <a:gd name="T56" fmla="*/ 275 w 299"/>
                  <a:gd name="T57" fmla="*/ 66 h 376"/>
                  <a:gd name="T58" fmla="*/ 233 w 299"/>
                  <a:gd name="T59" fmla="*/ 26 h 376"/>
                  <a:gd name="T60" fmla="*/ 180 w 299"/>
                  <a:gd name="T61" fmla="*/ 3 h 376"/>
                  <a:gd name="T62" fmla="*/ 149 w 299"/>
                  <a:gd name="T63" fmla="*/ 0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9" h="376">
                    <a:moveTo>
                      <a:pt x="149" y="0"/>
                    </a:moveTo>
                    <a:lnTo>
                      <a:pt x="118" y="3"/>
                    </a:lnTo>
                    <a:lnTo>
                      <a:pt x="65" y="26"/>
                    </a:lnTo>
                    <a:lnTo>
                      <a:pt x="24" y="66"/>
                    </a:lnTo>
                    <a:lnTo>
                      <a:pt x="1" y="119"/>
                    </a:lnTo>
                    <a:lnTo>
                      <a:pt x="0" y="151"/>
                    </a:lnTo>
                    <a:lnTo>
                      <a:pt x="0" y="170"/>
                    </a:lnTo>
                    <a:lnTo>
                      <a:pt x="10" y="204"/>
                    </a:lnTo>
                    <a:lnTo>
                      <a:pt x="34" y="251"/>
                    </a:lnTo>
                    <a:lnTo>
                      <a:pt x="54" y="282"/>
                    </a:lnTo>
                    <a:lnTo>
                      <a:pt x="62" y="298"/>
                    </a:lnTo>
                    <a:lnTo>
                      <a:pt x="73" y="340"/>
                    </a:lnTo>
                    <a:lnTo>
                      <a:pt x="75" y="357"/>
                    </a:lnTo>
                    <a:lnTo>
                      <a:pt x="75" y="364"/>
                    </a:lnTo>
                    <a:lnTo>
                      <a:pt x="85" y="374"/>
                    </a:lnTo>
                    <a:lnTo>
                      <a:pt x="93" y="376"/>
                    </a:lnTo>
                    <a:lnTo>
                      <a:pt x="206" y="376"/>
                    </a:lnTo>
                    <a:lnTo>
                      <a:pt x="213" y="374"/>
                    </a:lnTo>
                    <a:lnTo>
                      <a:pt x="223" y="364"/>
                    </a:lnTo>
                    <a:lnTo>
                      <a:pt x="224" y="357"/>
                    </a:lnTo>
                    <a:lnTo>
                      <a:pt x="226" y="340"/>
                    </a:lnTo>
                    <a:lnTo>
                      <a:pt x="237" y="298"/>
                    </a:lnTo>
                    <a:lnTo>
                      <a:pt x="244" y="282"/>
                    </a:lnTo>
                    <a:lnTo>
                      <a:pt x="265" y="251"/>
                    </a:lnTo>
                    <a:lnTo>
                      <a:pt x="289" y="204"/>
                    </a:lnTo>
                    <a:lnTo>
                      <a:pt x="298" y="170"/>
                    </a:lnTo>
                    <a:lnTo>
                      <a:pt x="299" y="151"/>
                    </a:lnTo>
                    <a:lnTo>
                      <a:pt x="296" y="119"/>
                    </a:lnTo>
                    <a:lnTo>
                      <a:pt x="275" y="66"/>
                    </a:lnTo>
                    <a:lnTo>
                      <a:pt x="233" y="26"/>
                    </a:lnTo>
                    <a:lnTo>
                      <a:pt x="180" y="3"/>
                    </a:lnTo>
                    <a:lnTo>
                      <a:pt x="149"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3" name="Freeform 94">
                <a:extLst>
                  <a:ext uri="{FF2B5EF4-FFF2-40B4-BE49-F238E27FC236}">
                    <a16:creationId xmlns:a16="http://schemas.microsoft.com/office/drawing/2014/main" id="{521B2DDF-3359-4FE8-B7C6-E7D620FB0F25}"/>
                  </a:ext>
                </a:extLst>
              </p:cNvPr>
              <p:cNvSpPr>
                <a:spLocks/>
              </p:cNvSpPr>
              <p:nvPr/>
            </p:nvSpPr>
            <p:spPr bwMode="auto">
              <a:xfrm>
                <a:off x="1730375" y="4216400"/>
                <a:ext cx="77788" cy="19050"/>
              </a:xfrm>
              <a:custGeom>
                <a:avLst/>
                <a:gdLst>
                  <a:gd name="T0" fmla="*/ 131 w 149"/>
                  <a:gd name="T1" fmla="*/ 0 h 38"/>
                  <a:gd name="T2" fmla="*/ 18 w 149"/>
                  <a:gd name="T3" fmla="*/ 0 h 38"/>
                  <a:gd name="T4" fmla="*/ 10 w 149"/>
                  <a:gd name="T5" fmla="*/ 2 h 38"/>
                  <a:gd name="T6" fmla="*/ 0 w 149"/>
                  <a:gd name="T7" fmla="*/ 12 h 38"/>
                  <a:gd name="T8" fmla="*/ 0 w 149"/>
                  <a:gd name="T9" fmla="*/ 19 h 38"/>
                  <a:gd name="T10" fmla="*/ 0 w 149"/>
                  <a:gd name="T11" fmla="*/ 26 h 38"/>
                  <a:gd name="T12" fmla="*/ 10 w 149"/>
                  <a:gd name="T13" fmla="*/ 36 h 38"/>
                  <a:gd name="T14" fmla="*/ 18 w 149"/>
                  <a:gd name="T15" fmla="*/ 38 h 38"/>
                  <a:gd name="T16" fmla="*/ 131 w 149"/>
                  <a:gd name="T17" fmla="*/ 38 h 38"/>
                  <a:gd name="T18" fmla="*/ 138 w 149"/>
                  <a:gd name="T19" fmla="*/ 36 h 38"/>
                  <a:gd name="T20" fmla="*/ 148 w 149"/>
                  <a:gd name="T21" fmla="*/ 26 h 38"/>
                  <a:gd name="T22" fmla="*/ 149 w 149"/>
                  <a:gd name="T23" fmla="*/ 19 h 38"/>
                  <a:gd name="T24" fmla="*/ 148 w 149"/>
                  <a:gd name="T25" fmla="*/ 12 h 38"/>
                  <a:gd name="T26" fmla="*/ 138 w 149"/>
                  <a:gd name="T27" fmla="*/ 2 h 38"/>
                  <a:gd name="T28" fmla="*/ 131 w 149"/>
                  <a:gd name="T2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9" h="38">
                    <a:moveTo>
                      <a:pt x="131" y="0"/>
                    </a:moveTo>
                    <a:lnTo>
                      <a:pt x="18" y="0"/>
                    </a:lnTo>
                    <a:lnTo>
                      <a:pt x="10" y="2"/>
                    </a:lnTo>
                    <a:lnTo>
                      <a:pt x="0" y="12"/>
                    </a:lnTo>
                    <a:lnTo>
                      <a:pt x="0" y="19"/>
                    </a:lnTo>
                    <a:lnTo>
                      <a:pt x="0" y="26"/>
                    </a:lnTo>
                    <a:lnTo>
                      <a:pt x="10" y="36"/>
                    </a:lnTo>
                    <a:lnTo>
                      <a:pt x="18" y="38"/>
                    </a:lnTo>
                    <a:lnTo>
                      <a:pt x="131" y="38"/>
                    </a:lnTo>
                    <a:lnTo>
                      <a:pt x="138" y="36"/>
                    </a:lnTo>
                    <a:lnTo>
                      <a:pt x="148" y="26"/>
                    </a:lnTo>
                    <a:lnTo>
                      <a:pt x="149" y="19"/>
                    </a:lnTo>
                    <a:lnTo>
                      <a:pt x="148" y="12"/>
                    </a:lnTo>
                    <a:lnTo>
                      <a:pt x="138" y="2"/>
                    </a:lnTo>
                    <a:lnTo>
                      <a:pt x="131"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4" name="Freeform 95">
                <a:extLst>
                  <a:ext uri="{FF2B5EF4-FFF2-40B4-BE49-F238E27FC236}">
                    <a16:creationId xmlns:a16="http://schemas.microsoft.com/office/drawing/2014/main" id="{8225E659-F3F2-4D17-BF23-8FB64AAC173D}"/>
                  </a:ext>
                </a:extLst>
              </p:cNvPr>
              <p:cNvSpPr>
                <a:spLocks/>
              </p:cNvSpPr>
              <p:nvPr/>
            </p:nvSpPr>
            <p:spPr bwMode="auto">
              <a:xfrm>
                <a:off x="1744663" y="4256088"/>
                <a:ext cx="49213" cy="19050"/>
              </a:xfrm>
              <a:custGeom>
                <a:avLst/>
                <a:gdLst>
                  <a:gd name="T0" fmla="*/ 75 w 93"/>
                  <a:gd name="T1" fmla="*/ 0 h 38"/>
                  <a:gd name="T2" fmla="*/ 19 w 93"/>
                  <a:gd name="T3" fmla="*/ 0 h 38"/>
                  <a:gd name="T4" fmla="*/ 11 w 93"/>
                  <a:gd name="T5" fmla="*/ 2 h 38"/>
                  <a:gd name="T6" fmla="*/ 1 w 93"/>
                  <a:gd name="T7" fmla="*/ 12 h 38"/>
                  <a:gd name="T8" fmla="*/ 0 w 93"/>
                  <a:gd name="T9" fmla="*/ 19 h 38"/>
                  <a:gd name="T10" fmla="*/ 1 w 93"/>
                  <a:gd name="T11" fmla="*/ 26 h 38"/>
                  <a:gd name="T12" fmla="*/ 11 w 93"/>
                  <a:gd name="T13" fmla="*/ 36 h 38"/>
                  <a:gd name="T14" fmla="*/ 19 w 93"/>
                  <a:gd name="T15" fmla="*/ 38 h 38"/>
                  <a:gd name="T16" fmla="*/ 75 w 93"/>
                  <a:gd name="T17" fmla="*/ 38 h 38"/>
                  <a:gd name="T18" fmla="*/ 82 w 93"/>
                  <a:gd name="T19" fmla="*/ 36 h 38"/>
                  <a:gd name="T20" fmla="*/ 93 w 93"/>
                  <a:gd name="T21" fmla="*/ 26 h 38"/>
                  <a:gd name="T22" fmla="*/ 93 w 93"/>
                  <a:gd name="T23" fmla="*/ 19 h 38"/>
                  <a:gd name="T24" fmla="*/ 93 w 93"/>
                  <a:gd name="T25" fmla="*/ 12 h 38"/>
                  <a:gd name="T26" fmla="*/ 82 w 93"/>
                  <a:gd name="T27" fmla="*/ 2 h 38"/>
                  <a:gd name="T28" fmla="*/ 75 w 93"/>
                  <a:gd name="T29"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38">
                    <a:moveTo>
                      <a:pt x="75" y="0"/>
                    </a:moveTo>
                    <a:lnTo>
                      <a:pt x="19" y="0"/>
                    </a:lnTo>
                    <a:lnTo>
                      <a:pt x="11" y="2"/>
                    </a:lnTo>
                    <a:lnTo>
                      <a:pt x="1" y="12"/>
                    </a:lnTo>
                    <a:lnTo>
                      <a:pt x="0" y="19"/>
                    </a:lnTo>
                    <a:lnTo>
                      <a:pt x="1" y="26"/>
                    </a:lnTo>
                    <a:lnTo>
                      <a:pt x="11" y="36"/>
                    </a:lnTo>
                    <a:lnTo>
                      <a:pt x="19" y="38"/>
                    </a:lnTo>
                    <a:lnTo>
                      <a:pt x="75" y="38"/>
                    </a:lnTo>
                    <a:lnTo>
                      <a:pt x="82" y="36"/>
                    </a:lnTo>
                    <a:lnTo>
                      <a:pt x="93" y="26"/>
                    </a:lnTo>
                    <a:lnTo>
                      <a:pt x="93" y="19"/>
                    </a:lnTo>
                    <a:lnTo>
                      <a:pt x="93" y="12"/>
                    </a:lnTo>
                    <a:lnTo>
                      <a:pt x="82" y="2"/>
                    </a:lnTo>
                    <a:lnTo>
                      <a:pt x="75"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5" name="Freeform 96">
                <a:extLst>
                  <a:ext uri="{FF2B5EF4-FFF2-40B4-BE49-F238E27FC236}">
                    <a16:creationId xmlns:a16="http://schemas.microsoft.com/office/drawing/2014/main" id="{F43FE872-8407-4C76-A922-770A89AB6DCC}"/>
                  </a:ext>
                </a:extLst>
              </p:cNvPr>
              <p:cNvSpPr>
                <a:spLocks/>
              </p:cNvSpPr>
              <p:nvPr/>
            </p:nvSpPr>
            <p:spPr bwMode="auto">
              <a:xfrm>
                <a:off x="1758950" y="3917950"/>
                <a:ext cx="20638" cy="58738"/>
              </a:xfrm>
              <a:custGeom>
                <a:avLst/>
                <a:gdLst>
                  <a:gd name="T0" fmla="*/ 18 w 37"/>
                  <a:gd name="T1" fmla="*/ 112 h 112"/>
                  <a:gd name="T2" fmla="*/ 26 w 37"/>
                  <a:gd name="T3" fmla="*/ 112 h 112"/>
                  <a:gd name="T4" fmla="*/ 36 w 37"/>
                  <a:gd name="T5" fmla="*/ 101 h 112"/>
                  <a:gd name="T6" fmla="*/ 37 w 37"/>
                  <a:gd name="T7" fmla="*/ 94 h 112"/>
                  <a:gd name="T8" fmla="*/ 37 w 37"/>
                  <a:gd name="T9" fmla="*/ 19 h 112"/>
                  <a:gd name="T10" fmla="*/ 36 w 37"/>
                  <a:gd name="T11" fmla="*/ 11 h 112"/>
                  <a:gd name="T12" fmla="*/ 26 w 37"/>
                  <a:gd name="T13" fmla="*/ 1 h 112"/>
                  <a:gd name="T14" fmla="*/ 18 w 37"/>
                  <a:gd name="T15" fmla="*/ 0 h 112"/>
                  <a:gd name="T16" fmla="*/ 10 w 37"/>
                  <a:gd name="T17" fmla="*/ 1 h 112"/>
                  <a:gd name="T18" fmla="*/ 0 w 37"/>
                  <a:gd name="T19" fmla="*/ 11 h 112"/>
                  <a:gd name="T20" fmla="*/ 0 w 37"/>
                  <a:gd name="T21" fmla="*/ 19 h 112"/>
                  <a:gd name="T22" fmla="*/ 0 w 37"/>
                  <a:gd name="T23" fmla="*/ 94 h 112"/>
                  <a:gd name="T24" fmla="*/ 0 w 37"/>
                  <a:gd name="T25" fmla="*/ 101 h 112"/>
                  <a:gd name="T26" fmla="*/ 10 w 37"/>
                  <a:gd name="T27" fmla="*/ 112 h 112"/>
                  <a:gd name="T28" fmla="*/ 18 w 37"/>
                  <a:gd name="T29"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112">
                    <a:moveTo>
                      <a:pt x="18" y="112"/>
                    </a:moveTo>
                    <a:lnTo>
                      <a:pt x="26" y="112"/>
                    </a:lnTo>
                    <a:lnTo>
                      <a:pt x="36" y="101"/>
                    </a:lnTo>
                    <a:lnTo>
                      <a:pt x="37" y="94"/>
                    </a:lnTo>
                    <a:lnTo>
                      <a:pt x="37" y="19"/>
                    </a:lnTo>
                    <a:lnTo>
                      <a:pt x="36" y="11"/>
                    </a:lnTo>
                    <a:lnTo>
                      <a:pt x="26" y="1"/>
                    </a:lnTo>
                    <a:lnTo>
                      <a:pt x="18" y="0"/>
                    </a:lnTo>
                    <a:lnTo>
                      <a:pt x="10" y="1"/>
                    </a:lnTo>
                    <a:lnTo>
                      <a:pt x="0" y="11"/>
                    </a:lnTo>
                    <a:lnTo>
                      <a:pt x="0" y="19"/>
                    </a:lnTo>
                    <a:lnTo>
                      <a:pt x="0" y="94"/>
                    </a:lnTo>
                    <a:lnTo>
                      <a:pt x="0" y="101"/>
                    </a:lnTo>
                    <a:lnTo>
                      <a:pt x="10" y="112"/>
                    </a:lnTo>
                    <a:lnTo>
                      <a:pt x="18" y="11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6" name="Freeform 97">
                <a:extLst>
                  <a:ext uri="{FF2B5EF4-FFF2-40B4-BE49-F238E27FC236}">
                    <a16:creationId xmlns:a16="http://schemas.microsoft.com/office/drawing/2014/main" id="{E6655E3C-2E95-440C-9874-DDE33D71998E}"/>
                  </a:ext>
                </a:extLst>
              </p:cNvPr>
              <p:cNvSpPr>
                <a:spLocks/>
              </p:cNvSpPr>
              <p:nvPr/>
            </p:nvSpPr>
            <p:spPr bwMode="auto">
              <a:xfrm>
                <a:off x="1609725" y="4067175"/>
                <a:ext cx="60325" cy="20638"/>
              </a:xfrm>
              <a:custGeom>
                <a:avLst/>
                <a:gdLst>
                  <a:gd name="T0" fmla="*/ 93 w 113"/>
                  <a:gd name="T1" fmla="*/ 0 h 39"/>
                  <a:gd name="T2" fmla="*/ 18 w 113"/>
                  <a:gd name="T3" fmla="*/ 0 h 39"/>
                  <a:gd name="T4" fmla="*/ 11 w 113"/>
                  <a:gd name="T5" fmla="*/ 1 h 39"/>
                  <a:gd name="T6" fmla="*/ 1 w 113"/>
                  <a:gd name="T7" fmla="*/ 11 h 39"/>
                  <a:gd name="T8" fmla="*/ 0 w 113"/>
                  <a:gd name="T9" fmla="*/ 20 h 39"/>
                  <a:gd name="T10" fmla="*/ 1 w 113"/>
                  <a:gd name="T11" fmla="*/ 27 h 39"/>
                  <a:gd name="T12" fmla="*/ 11 w 113"/>
                  <a:gd name="T13" fmla="*/ 37 h 39"/>
                  <a:gd name="T14" fmla="*/ 18 w 113"/>
                  <a:gd name="T15" fmla="*/ 39 h 39"/>
                  <a:gd name="T16" fmla="*/ 93 w 113"/>
                  <a:gd name="T17" fmla="*/ 39 h 39"/>
                  <a:gd name="T18" fmla="*/ 102 w 113"/>
                  <a:gd name="T19" fmla="*/ 37 h 39"/>
                  <a:gd name="T20" fmla="*/ 112 w 113"/>
                  <a:gd name="T21" fmla="*/ 27 h 39"/>
                  <a:gd name="T22" fmla="*/ 113 w 113"/>
                  <a:gd name="T23" fmla="*/ 20 h 39"/>
                  <a:gd name="T24" fmla="*/ 112 w 113"/>
                  <a:gd name="T25" fmla="*/ 11 h 39"/>
                  <a:gd name="T26" fmla="*/ 102 w 113"/>
                  <a:gd name="T27" fmla="*/ 1 h 39"/>
                  <a:gd name="T28" fmla="*/ 93 w 113"/>
                  <a:gd name="T29"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3" h="39">
                    <a:moveTo>
                      <a:pt x="93" y="0"/>
                    </a:moveTo>
                    <a:lnTo>
                      <a:pt x="18" y="0"/>
                    </a:lnTo>
                    <a:lnTo>
                      <a:pt x="11" y="1"/>
                    </a:lnTo>
                    <a:lnTo>
                      <a:pt x="1" y="11"/>
                    </a:lnTo>
                    <a:lnTo>
                      <a:pt x="0" y="20"/>
                    </a:lnTo>
                    <a:lnTo>
                      <a:pt x="1" y="27"/>
                    </a:lnTo>
                    <a:lnTo>
                      <a:pt x="11" y="37"/>
                    </a:lnTo>
                    <a:lnTo>
                      <a:pt x="18" y="39"/>
                    </a:lnTo>
                    <a:lnTo>
                      <a:pt x="93" y="39"/>
                    </a:lnTo>
                    <a:lnTo>
                      <a:pt x="102" y="37"/>
                    </a:lnTo>
                    <a:lnTo>
                      <a:pt x="112" y="27"/>
                    </a:lnTo>
                    <a:lnTo>
                      <a:pt x="113" y="20"/>
                    </a:lnTo>
                    <a:lnTo>
                      <a:pt x="112" y="11"/>
                    </a:lnTo>
                    <a:lnTo>
                      <a:pt x="102" y="1"/>
                    </a:lnTo>
                    <a:lnTo>
                      <a:pt x="93"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7" name="Freeform 98">
                <a:extLst>
                  <a:ext uri="{FF2B5EF4-FFF2-40B4-BE49-F238E27FC236}">
                    <a16:creationId xmlns:a16="http://schemas.microsoft.com/office/drawing/2014/main" id="{B1F85699-EA22-447D-8EF0-3E785C675E46}"/>
                  </a:ext>
                </a:extLst>
              </p:cNvPr>
              <p:cNvSpPr>
                <a:spLocks/>
              </p:cNvSpPr>
              <p:nvPr/>
            </p:nvSpPr>
            <p:spPr bwMode="auto">
              <a:xfrm>
                <a:off x="1651000" y="3957638"/>
                <a:ext cx="46038" cy="47625"/>
              </a:xfrm>
              <a:custGeom>
                <a:avLst/>
                <a:gdLst>
                  <a:gd name="T0" fmla="*/ 85 w 89"/>
                  <a:gd name="T1" fmla="*/ 58 h 90"/>
                  <a:gd name="T2" fmla="*/ 32 w 89"/>
                  <a:gd name="T3" fmla="*/ 5 h 90"/>
                  <a:gd name="T4" fmla="*/ 24 w 89"/>
                  <a:gd name="T5" fmla="*/ 0 h 90"/>
                  <a:gd name="T6" fmla="*/ 10 w 89"/>
                  <a:gd name="T7" fmla="*/ 0 h 90"/>
                  <a:gd name="T8" fmla="*/ 4 w 89"/>
                  <a:gd name="T9" fmla="*/ 5 h 90"/>
                  <a:gd name="T10" fmla="*/ 0 w 89"/>
                  <a:gd name="T11" fmla="*/ 10 h 90"/>
                  <a:gd name="T12" fmla="*/ 0 w 89"/>
                  <a:gd name="T13" fmla="*/ 25 h 90"/>
                  <a:gd name="T14" fmla="*/ 4 w 89"/>
                  <a:gd name="T15" fmla="*/ 31 h 90"/>
                  <a:gd name="T16" fmla="*/ 58 w 89"/>
                  <a:gd name="T17" fmla="*/ 84 h 90"/>
                  <a:gd name="T18" fmla="*/ 63 w 89"/>
                  <a:gd name="T19" fmla="*/ 88 h 90"/>
                  <a:gd name="T20" fmla="*/ 70 w 89"/>
                  <a:gd name="T21" fmla="*/ 90 h 90"/>
                  <a:gd name="T22" fmla="*/ 78 w 89"/>
                  <a:gd name="T23" fmla="*/ 88 h 90"/>
                  <a:gd name="T24" fmla="*/ 85 w 89"/>
                  <a:gd name="T25" fmla="*/ 84 h 90"/>
                  <a:gd name="T26" fmla="*/ 89 w 89"/>
                  <a:gd name="T27" fmla="*/ 78 h 90"/>
                  <a:gd name="T28" fmla="*/ 89 w 89"/>
                  <a:gd name="T29" fmla="*/ 64 h 90"/>
                  <a:gd name="T30" fmla="*/ 85 w 89"/>
                  <a:gd name="T31"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9" h="90">
                    <a:moveTo>
                      <a:pt x="85" y="58"/>
                    </a:moveTo>
                    <a:lnTo>
                      <a:pt x="32" y="5"/>
                    </a:lnTo>
                    <a:lnTo>
                      <a:pt x="24" y="0"/>
                    </a:lnTo>
                    <a:lnTo>
                      <a:pt x="10" y="0"/>
                    </a:lnTo>
                    <a:lnTo>
                      <a:pt x="4" y="5"/>
                    </a:lnTo>
                    <a:lnTo>
                      <a:pt x="0" y="10"/>
                    </a:lnTo>
                    <a:lnTo>
                      <a:pt x="0" y="25"/>
                    </a:lnTo>
                    <a:lnTo>
                      <a:pt x="4" y="31"/>
                    </a:lnTo>
                    <a:lnTo>
                      <a:pt x="58" y="84"/>
                    </a:lnTo>
                    <a:lnTo>
                      <a:pt x="63" y="88"/>
                    </a:lnTo>
                    <a:lnTo>
                      <a:pt x="70" y="90"/>
                    </a:lnTo>
                    <a:lnTo>
                      <a:pt x="78" y="88"/>
                    </a:lnTo>
                    <a:lnTo>
                      <a:pt x="85" y="84"/>
                    </a:lnTo>
                    <a:lnTo>
                      <a:pt x="89" y="78"/>
                    </a:lnTo>
                    <a:lnTo>
                      <a:pt x="89" y="64"/>
                    </a:lnTo>
                    <a:lnTo>
                      <a:pt x="85" y="58"/>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8" name="Freeform 99">
                <a:extLst>
                  <a:ext uri="{FF2B5EF4-FFF2-40B4-BE49-F238E27FC236}">
                    <a16:creationId xmlns:a16="http://schemas.microsoft.com/office/drawing/2014/main" id="{BC7489ED-69FA-4DA0-8663-BF447CE6F99A}"/>
                  </a:ext>
                </a:extLst>
              </p:cNvPr>
              <p:cNvSpPr>
                <a:spLocks/>
              </p:cNvSpPr>
              <p:nvPr/>
            </p:nvSpPr>
            <p:spPr bwMode="auto">
              <a:xfrm>
                <a:off x="1841500" y="3957638"/>
                <a:ext cx="46038" cy="47625"/>
              </a:xfrm>
              <a:custGeom>
                <a:avLst/>
                <a:gdLst>
                  <a:gd name="T0" fmla="*/ 83 w 87"/>
                  <a:gd name="T1" fmla="*/ 5 h 90"/>
                  <a:gd name="T2" fmla="*/ 77 w 87"/>
                  <a:gd name="T3" fmla="*/ 0 h 90"/>
                  <a:gd name="T4" fmla="*/ 63 w 87"/>
                  <a:gd name="T5" fmla="*/ 0 h 90"/>
                  <a:gd name="T6" fmla="*/ 57 w 87"/>
                  <a:gd name="T7" fmla="*/ 5 h 90"/>
                  <a:gd name="T8" fmla="*/ 4 w 87"/>
                  <a:gd name="T9" fmla="*/ 58 h 90"/>
                  <a:gd name="T10" fmla="*/ 0 w 87"/>
                  <a:gd name="T11" fmla="*/ 64 h 90"/>
                  <a:gd name="T12" fmla="*/ 0 w 87"/>
                  <a:gd name="T13" fmla="*/ 78 h 90"/>
                  <a:gd name="T14" fmla="*/ 4 w 87"/>
                  <a:gd name="T15" fmla="*/ 84 h 90"/>
                  <a:gd name="T16" fmla="*/ 10 w 87"/>
                  <a:gd name="T17" fmla="*/ 88 h 90"/>
                  <a:gd name="T18" fmla="*/ 17 w 87"/>
                  <a:gd name="T19" fmla="*/ 90 h 90"/>
                  <a:gd name="T20" fmla="*/ 24 w 87"/>
                  <a:gd name="T21" fmla="*/ 88 h 90"/>
                  <a:gd name="T22" fmla="*/ 30 w 87"/>
                  <a:gd name="T23" fmla="*/ 84 h 90"/>
                  <a:gd name="T24" fmla="*/ 83 w 87"/>
                  <a:gd name="T25" fmla="*/ 31 h 90"/>
                  <a:gd name="T26" fmla="*/ 87 w 87"/>
                  <a:gd name="T27" fmla="*/ 25 h 90"/>
                  <a:gd name="T28" fmla="*/ 87 w 87"/>
                  <a:gd name="T29" fmla="*/ 10 h 90"/>
                  <a:gd name="T30" fmla="*/ 83 w 87"/>
                  <a:gd name="T31" fmla="*/ 5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90">
                    <a:moveTo>
                      <a:pt x="83" y="5"/>
                    </a:moveTo>
                    <a:lnTo>
                      <a:pt x="77" y="0"/>
                    </a:lnTo>
                    <a:lnTo>
                      <a:pt x="63" y="0"/>
                    </a:lnTo>
                    <a:lnTo>
                      <a:pt x="57" y="5"/>
                    </a:lnTo>
                    <a:lnTo>
                      <a:pt x="4" y="58"/>
                    </a:lnTo>
                    <a:lnTo>
                      <a:pt x="0" y="64"/>
                    </a:lnTo>
                    <a:lnTo>
                      <a:pt x="0" y="78"/>
                    </a:lnTo>
                    <a:lnTo>
                      <a:pt x="4" y="84"/>
                    </a:lnTo>
                    <a:lnTo>
                      <a:pt x="10" y="88"/>
                    </a:lnTo>
                    <a:lnTo>
                      <a:pt x="17" y="90"/>
                    </a:lnTo>
                    <a:lnTo>
                      <a:pt x="24" y="88"/>
                    </a:lnTo>
                    <a:lnTo>
                      <a:pt x="30" y="84"/>
                    </a:lnTo>
                    <a:lnTo>
                      <a:pt x="83" y="31"/>
                    </a:lnTo>
                    <a:lnTo>
                      <a:pt x="87" y="25"/>
                    </a:lnTo>
                    <a:lnTo>
                      <a:pt x="87" y="10"/>
                    </a:lnTo>
                    <a:lnTo>
                      <a:pt x="83" y="5"/>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9" name="Freeform 100">
                <a:extLst>
                  <a:ext uri="{FF2B5EF4-FFF2-40B4-BE49-F238E27FC236}">
                    <a16:creationId xmlns:a16="http://schemas.microsoft.com/office/drawing/2014/main" id="{8CFC4B51-C2B6-4D9B-9840-ED681B9F82C0}"/>
                  </a:ext>
                </a:extLst>
              </p:cNvPr>
              <p:cNvSpPr>
                <a:spLocks/>
              </p:cNvSpPr>
              <p:nvPr/>
            </p:nvSpPr>
            <p:spPr bwMode="auto">
              <a:xfrm>
                <a:off x="1868488" y="4067175"/>
                <a:ext cx="58738" cy="20638"/>
              </a:xfrm>
              <a:custGeom>
                <a:avLst/>
                <a:gdLst>
                  <a:gd name="T0" fmla="*/ 94 w 113"/>
                  <a:gd name="T1" fmla="*/ 0 h 39"/>
                  <a:gd name="T2" fmla="*/ 19 w 113"/>
                  <a:gd name="T3" fmla="*/ 0 h 39"/>
                  <a:gd name="T4" fmla="*/ 12 w 113"/>
                  <a:gd name="T5" fmla="*/ 1 h 39"/>
                  <a:gd name="T6" fmla="*/ 2 w 113"/>
                  <a:gd name="T7" fmla="*/ 11 h 39"/>
                  <a:gd name="T8" fmla="*/ 0 w 113"/>
                  <a:gd name="T9" fmla="*/ 20 h 39"/>
                  <a:gd name="T10" fmla="*/ 2 w 113"/>
                  <a:gd name="T11" fmla="*/ 27 h 39"/>
                  <a:gd name="T12" fmla="*/ 12 w 113"/>
                  <a:gd name="T13" fmla="*/ 37 h 39"/>
                  <a:gd name="T14" fmla="*/ 19 w 113"/>
                  <a:gd name="T15" fmla="*/ 39 h 39"/>
                  <a:gd name="T16" fmla="*/ 94 w 113"/>
                  <a:gd name="T17" fmla="*/ 39 h 39"/>
                  <a:gd name="T18" fmla="*/ 101 w 113"/>
                  <a:gd name="T19" fmla="*/ 37 h 39"/>
                  <a:gd name="T20" fmla="*/ 111 w 113"/>
                  <a:gd name="T21" fmla="*/ 27 h 39"/>
                  <a:gd name="T22" fmla="*/ 113 w 113"/>
                  <a:gd name="T23" fmla="*/ 20 h 39"/>
                  <a:gd name="T24" fmla="*/ 111 w 113"/>
                  <a:gd name="T25" fmla="*/ 11 h 39"/>
                  <a:gd name="T26" fmla="*/ 101 w 113"/>
                  <a:gd name="T27" fmla="*/ 1 h 39"/>
                  <a:gd name="T28" fmla="*/ 94 w 113"/>
                  <a:gd name="T29"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3" h="39">
                    <a:moveTo>
                      <a:pt x="94" y="0"/>
                    </a:moveTo>
                    <a:lnTo>
                      <a:pt x="19" y="0"/>
                    </a:lnTo>
                    <a:lnTo>
                      <a:pt x="12" y="1"/>
                    </a:lnTo>
                    <a:lnTo>
                      <a:pt x="2" y="11"/>
                    </a:lnTo>
                    <a:lnTo>
                      <a:pt x="0" y="20"/>
                    </a:lnTo>
                    <a:lnTo>
                      <a:pt x="2" y="27"/>
                    </a:lnTo>
                    <a:lnTo>
                      <a:pt x="12" y="37"/>
                    </a:lnTo>
                    <a:lnTo>
                      <a:pt x="19" y="39"/>
                    </a:lnTo>
                    <a:lnTo>
                      <a:pt x="94" y="39"/>
                    </a:lnTo>
                    <a:lnTo>
                      <a:pt x="101" y="37"/>
                    </a:lnTo>
                    <a:lnTo>
                      <a:pt x="111" y="27"/>
                    </a:lnTo>
                    <a:lnTo>
                      <a:pt x="113" y="20"/>
                    </a:lnTo>
                    <a:lnTo>
                      <a:pt x="111" y="11"/>
                    </a:lnTo>
                    <a:lnTo>
                      <a:pt x="101" y="1"/>
                    </a:lnTo>
                    <a:lnTo>
                      <a:pt x="94"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grpSp>
    </p:spTree>
    <p:extLst>
      <p:ext uri="{BB962C8B-B14F-4D97-AF65-F5344CB8AC3E}">
        <p14:creationId xmlns:p14="http://schemas.microsoft.com/office/powerpoint/2010/main" val="3882621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8928B-B41E-46B1-A921-D6A52F5BF8BC}"/>
              </a:ext>
            </a:extLst>
          </p:cNvPr>
          <p:cNvSpPr>
            <a:spLocks noGrp="1"/>
          </p:cNvSpPr>
          <p:nvPr>
            <p:ph type="title"/>
          </p:nvPr>
        </p:nvSpPr>
        <p:spPr/>
        <p:txBody>
          <a:bodyPr/>
          <a:lstStyle/>
          <a:p>
            <a:r>
              <a:rPr lang="en-US"/>
              <a:t>NEXT DATA Capabilities</a:t>
            </a:r>
            <a:br>
              <a:rPr lang="en-US"/>
            </a:br>
            <a:r>
              <a:rPr lang="en-US" sz="2000" b="0" i="1">
                <a:solidFill>
                  <a:schemeClr val="bg1">
                    <a:lumMod val="65000"/>
                  </a:schemeClr>
                </a:solidFill>
              </a:rPr>
              <a:t>Adopting a customer-centric approach allows us to meet the end-to-end Data Analytics needs of our clients</a:t>
            </a:r>
            <a:endParaRPr lang="en-SG" i="1"/>
          </a:p>
        </p:txBody>
      </p:sp>
      <p:sp>
        <p:nvSpPr>
          <p:cNvPr id="3" name="Arrow: Chevron 2">
            <a:extLst>
              <a:ext uri="{FF2B5EF4-FFF2-40B4-BE49-F238E27FC236}">
                <a16:creationId xmlns:a16="http://schemas.microsoft.com/office/drawing/2014/main" id="{0281F9D5-F5BF-49D0-ACF2-037C54573EC5}"/>
              </a:ext>
            </a:extLst>
          </p:cNvPr>
          <p:cNvSpPr/>
          <p:nvPr/>
        </p:nvSpPr>
        <p:spPr>
          <a:xfrm>
            <a:off x="358139" y="1494708"/>
            <a:ext cx="2955962" cy="720000"/>
          </a:xfrm>
          <a:prstGeom prst="chevron">
            <a:avLst/>
          </a:prstGeom>
          <a:solidFill>
            <a:schemeClr val="accent1">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rPr>
              <a:t>What value is in my data? Can I trust my data? </a:t>
            </a:r>
          </a:p>
        </p:txBody>
      </p:sp>
      <p:sp>
        <p:nvSpPr>
          <p:cNvPr id="4" name="Arrow: Chevron 3">
            <a:extLst>
              <a:ext uri="{FF2B5EF4-FFF2-40B4-BE49-F238E27FC236}">
                <a16:creationId xmlns:a16="http://schemas.microsoft.com/office/drawing/2014/main" id="{3C80348C-D659-4AD3-997E-8EB63A244561}"/>
              </a:ext>
            </a:extLst>
          </p:cNvPr>
          <p:cNvSpPr/>
          <p:nvPr/>
        </p:nvSpPr>
        <p:spPr>
          <a:xfrm>
            <a:off x="3198059" y="1494708"/>
            <a:ext cx="2955962" cy="720000"/>
          </a:xfrm>
          <a:prstGeom prst="chevron">
            <a:avLst/>
          </a:prstGeom>
          <a:solidFill>
            <a:schemeClr val="accent1">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rPr>
              <a:t>Do I have the right technology?</a:t>
            </a:r>
          </a:p>
        </p:txBody>
      </p:sp>
      <p:sp>
        <p:nvSpPr>
          <p:cNvPr id="5" name="Arrow: Chevron 4">
            <a:extLst>
              <a:ext uri="{FF2B5EF4-FFF2-40B4-BE49-F238E27FC236}">
                <a16:creationId xmlns:a16="http://schemas.microsoft.com/office/drawing/2014/main" id="{6C98EFA3-82E8-443A-A93F-A8B23F739183}"/>
              </a:ext>
            </a:extLst>
          </p:cNvPr>
          <p:cNvSpPr/>
          <p:nvPr/>
        </p:nvSpPr>
        <p:spPr>
          <a:xfrm>
            <a:off x="6037979" y="1494708"/>
            <a:ext cx="2955962" cy="720000"/>
          </a:xfrm>
          <a:prstGeom prst="chevron">
            <a:avLst/>
          </a:prstGeom>
          <a:solidFill>
            <a:schemeClr val="accent1">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rPr>
              <a:t>What actionable insights can I get?</a:t>
            </a:r>
          </a:p>
        </p:txBody>
      </p:sp>
      <p:sp>
        <p:nvSpPr>
          <p:cNvPr id="6" name="Arrow: Chevron 5">
            <a:extLst>
              <a:ext uri="{FF2B5EF4-FFF2-40B4-BE49-F238E27FC236}">
                <a16:creationId xmlns:a16="http://schemas.microsoft.com/office/drawing/2014/main" id="{5BBD31FE-620E-4496-83E3-A7BA36E3AD5B}"/>
              </a:ext>
            </a:extLst>
          </p:cNvPr>
          <p:cNvSpPr/>
          <p:nvPr/>
        </p:nvSpPr>
        <p:spPr>
          <a:xfrm>
            <a:off x="8877899" y="1494708"/>
            <a:ext cx="2955962" cy="720000"/>
          </a:xfrm>
          <a:prstGeom prst="chevron">
            <a:avLst/>
          </a:prstGeom>
          <a:solidFill>
            <a:schemeClr val="accent1">
              <a:lumMod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rPr>
              <a:t>How do I sustain my Data Analytics efforts?</a:t>
            </a:r>
          </a:p>
        </p:txBody>
      </p:sp>
      <p:sp>
        <p:nvSpPr>
          <p:cNvPr id="7" name="Oval 6">
            <a:extLst>
              <a:ext uri="{FF2B5EF4-FFF2-40B4-BE49-F238E27FC236}">
                <a16:creationId xmlns:a16="http://schemas.microsoft.com/office/drawing/2014/main" id="{B83C53FB-F200-4776-B6CD-AA2CDDD37B0A}"/>
              </a:ext>
            </a:extLst>
          </p:cNvPr>
          <p:cNvSpPr/>
          <p:nvPr/>
        </p:nvSpPr>
        <p:spPr>
          <a:xfrm>
            <a:off x="358139" y="2319510"/>
            <a:ext cx="180000" cy="180000"/>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600" b="0"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endParaRPr>
          </a:p>
        </p:txBody>
      </p:sp>
      <p:sp>
        <p:nvSpPr>
          <p:cNvPr id="8" name="Oval 7">
            <a:extLst>
              <a:ext uri="{FF2B5EF4-FFF2-40B4-BE49-F238E27FC236}">
                <a16:creationId xmlns:a16="http://schemas.microsoft.com/office/drawing/2014/main" id="{0F47DD66-8193-45AF-9095-1244FE3E06AE}"/>
              </a:ext>
            </a:extLst>
          </p:cNvPr>
          <p:cNvSpPr/>
          <p:nvPr/>
        </p:nvSpPr>
        <p:spPr>
          <a:xfrm>
            <a:off x="5620238" y="2319510"/>
            <a:ext cx="180000" cy="180000"/>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600" b="0"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endParaRPr>
          </a:p>
        </p:txBody>
      </p:sp>
      <p:sp>
        <p:nvSpPr>
          <p:cNvPr id="9" name="TextBox 8">
            <a:extLst>
              <a:ext uri="{FF2B5EF4-FFF2-40B4-BE49-F238E27FC236}">
                <a16:creationId xmlns:a16="http://schemas.microsoft.com/office/drawing/2014/main" id="{F9560E24-8695-43BD-92F7-053CD6DFD7A8}"/>
              </a:ext>
            </a:extLst>
          </p:cNvPr>
          <p:cNvSpPr txBox="1"/>
          <p:nvPr/>
        </p:nvSpPr>
        <p:spPr>
          <a:xfrm>
            <a:off x="1515568" y="2240233"/>
            <a:ext cx="312724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Engineering Services</a:t>
            </a:r>
          </a:p>
        </p:txBody>
      </p:sp>
      <p:sp>
        <p:nvSpPr>
          <p:cNvPr id="10" name="TextBox 9">
            <a:extLst>
              <a:ext uri="{FF2B5EF4-FFF2-40B4-BE49-F238E27FC236}">
                <a16:creationId xmlns:a16="http://schemas.microsoft.com/office/drawing/2014/main" id="{0E8CF2F7-FEE7-449B-81F1-29EACEDBBAA6}"/>
              </a:ext>
            </a:extLst>
          </p:cNvPr>
          <p:cNvSpPr txBox="1"/>
          <p:nvPr/>
        </p:nvSpPr>
        <p:spPr>
          <a:xfrm>
            <a:off x="6774435" y="2240233"/>
            <a:ext cx="396624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Science &amp; Analytics Services</a:t>
            </a:r>
          </a:p>
        </p:txBody>
      </p:sp>
      <p:sp>
        <p:nvSpPr>
          <p:cNvPr id="11" name="Oval 10">
            <a:extLst>
              <a:ext uri="{FF2B5EF4-FFF2-40B4-BE49-F238E27FC236}">
                <a16:creationId xmlns:a16="http://schemas.microsoft.com/office/drawing/2014/main" id="{289DF880-2EB6-4EBD-BAF5-E19F58A67F0D}"/>
              </a:ext>
            </a:extLst>
          </p:cNvPr>
          <p:cNvSpPr/>
          <p:nvPr/>
        </p:nvSpPr>
        <p:spPr>
          <a:xfrm>
            <a:off x="6037979" y="2319510"/>
            <a:ext cx="180000" cy="180000"/>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600" b="0"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endParaRPr>
          </a:p>
        </p:txBody>
      </p:sp>
      <p:sp>
        <p:nvSpPr>
          <p:cNvPr id="12" name="Oval 11">
            <a:extLst>
              <a:ext uri="{FF2B5EF4-FFF2-40B4-BE49-F238E27FC236}">
                <a16:creationId xmlns:a16="http://schemas.microsoft.com/office/drawing/2014/main" id="{8A4FF8F7-682F-481B-B637-7E2E2C4AE56A}"/>
              </a:ext>
            </a:extLst>
          </p:cNvPr>
          <p:cNvSpPr/>
          <p:nvPr/>
        </p:nvSpPr>
        <p:spPr>
          <a:xfrm>
            <a:off x="11297138" y="2319510"/>
            <a:ext cx="180000" cy="180000"/>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600" b="0"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endParaRPr>
          </a:p>
        </p:txBody>
      </p:sp>
      <p:cxnSp>
        <p:nvCxnSpPr>
          <p:cNvPr id="13" name="Straight Connector 12">
            <a:extLst>
              <a:ext uri="{FF2B5EF4-FFF2-40B4-BE49-F238E27FC236}">
                <a16:creationId xmlns:a16="http://schemas.microsoft.com/office/drawing/2014/main" id="{9E4821A8-7906-4083-A822-7E787D6817B8}"/>
              </a:ext>
            </a:extLst>
          </p:cNvPr>
          <p:cNvCxnSpPr>
            <a:cxnSpLocks/>
            <a:stCxn id="7" idx="6"/>
            <a:endCxn id="9" idx="1"/>
          </p:cNvCxnSpPr>
          <p:nvPr/>
        </p:nvCxnSpPr>
        <p:spPr>
          <a:xfrm>
            <a:off x="538139" y="2409510"/>
            <a:ext cx="97742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28BB532-36A3-42B6-8AD4-76D9491DFA68}"/>
              </a:ext>
            </a:extLst>
          </p:cNvPr>
          <p:cNvCxnSpPr>
            <a:cxnSpLocks/>
            <a:stCxn id="9" idx="3"/>
            <a:endCxn id="8" idx="2"/>
          </p:cNvCxnSpPr>
          <p:nvPr/>
        </p:nvCxnSpPr>
        <p:spPr>
          <a:xfrm>
            <a:off x="4642810" y="2409510"/>
            <a:ext cx="9774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D02C142-8D88-436C-BA17-6C5C115D706E}"/>
              </a:ext>
            </a:extLst>
          </p:cNvPr>
          <p:cNvCxnSpPr>
            <a:cxnSpLocks/>
            <a:stCxn id="11" idx="6"/>
            <a:endCxn id="10" idx="1"/>
          </p:cNvCxnSpPr>
          <p:nvPr/>
        </p:nvCxnSpPr>
        <p:spPr>
          <a:xfrm>
            <a:off x="6217979" y="2409510"/>
            <a:ext cx="5564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CA712BF-5F69-4D77-817E-1A43294FADC5}"/>
              </a:ext>
            </a:extLst>
          </p:cNvPr>
          <p:cNvCxnSpPr>
            <a:cxnSpLocks/>
            <a:stCxn id="10" idx="3"/>
            <a:endCxn id="12" idx="2"/>
          </p:cNvCxnSpPr>
          <p:nvPr/>
        </p:nvCxnSpPr>
        <p:spPr>
          <a:xfrm>
            <a:off x="10740683" y="2409510"/>
            <a:ext cx="55645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770BDB3-D33F-4E03-9E62-FFEBE2C582E7}"/>
              </a:ext>
            </a:extLst>
          </p:cNvPr>
          <p:cNvSpPr/>
          <p:nvPr/>
        </p:nvSpPr>
        <p:spPr>
          <a:xfrm>
            <a:off x="358139" y="2593490"/>
            <a:ext cx="2592000" cy="730277"/>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rPr>
              <a:t>Data Strategy, Management &amp; Governance </a:t>
            </a:r>
          </a:p>
        </p:txBody>
      </p:sp>
      <p:sp>
        <p:nvSpPr>
          <p:cNvPr id="18" name="Rectangle 17">
            <a:extLst>
              <a:ext uri="{FF2B5EF4-FFF2-40B4-BE49-F238E27FC236}">
                <a16:creationId xmlns:a16="http://schemas.microsoft.com/office/drawing/2014/main" id="{B8BF2C48-BAD9-4E25-9DF9-9BDA42DA7FA2}"/>
              </a:ext>
            </a:extLst>
          </p:cNvPr>
          <p:cNvSpPr/>
          <p:nvPr/>
        </p:nvSpPr>
        <p:spPr>
          <a:xfrm>
            <a:off x="3208238" y="2593490"/>
            <a:ext cx="2592000" cy="730277"/>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rPr>
              <a:t>Data Infrastructure &amp; Architecture</a:t>
            </a:r>
          </a:p>
        </p:txBody>
      </p:sp>
      <p:sp>
        <p:nvSpPr>
          <p:cNvPr id="19" name="Rectangle 18">
            <a:extLst>
              <a:ext uri="{FF2B5EF4-FFF2-40B4-BE49-F238E27FC236}">
                <a16:creationId xmlns:a16="http://schemas.microsoft.com/office/drawing/2014/main" id="{3C929054-095A-4326-BDB0-8B1864ED9957}"/>
              </a:ext>
            </a:extLst>
          </p:cNvPr>
          <p:cNvSpPr/>
          <p:nvPr/>
        </p:nvSpPr>
        <p:spPr>
          <a:xfrm>
            <a:off x="6037979" y="2593490"/>
            <a:ext cx="2592000" cy="730277"/>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rPr>
              <a:t>Algorithm Design &amp; Data Visualisation</a:t>
            </a:r>
          </a:p>
        </p:txBody>
      </p:sp>
      <p:sp>
        <p:nvSpPr>
          <p:cNvPr id="20" name="Rectangle 19">
            <a:extLst>
              <a:ext uri="{FF2B5EF4-FFF2-40B4-BE49-F238E27FC236}">
                <a16:creationId xmlns:a16="http://schemas.microsoft.com/office/drawing/2014/main" id="{1B7F6570-F2A7-4A50-A533-1BFDE9AB66D0}"/>
              </a:ext>
            </a:extLst>
          </p:cNvPr>
          <p:cNvSpPr/>
          <p:nvPr/>
        </p:nvSpPr>
        <p:spPr>
          <a:xfrm>
            <a:off x="8885138" y="2593490"/>
            <a:ext cx="2592000" cy="730277"/>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a:ln>
                  <a:noFill/>
                </a:ln>
                <a:solidFill>
                  <a:srgbClr val="FFFFFF"/>
                </a:solidFill>
                <a:effectLst/>
                <a:uLnTx/>
                <a:uFillTx/>
                <a:latin typeface="Ubuntu" panose="020B0504030602030204" pitchFamily="34" charset="0"/>
                <a:ea typeface="+mn-ea"/>
                <a:cs typeface="Calibri" panose="020F0502020204030204" pitchFamily="34" charset="0"/>
              </a:rPr>
              <a:t>Operationalisation &amp; Adoption</a:t>
            </a:r>
          </a:p>
        </p:txBody>
      </p:sp>
      <p:sp>
        <p:nvSpPr>
          <p:cNvPr id="21" name="Rectangle 20">
            <a:extLst>
              <a:ext uri="{FF2B5EF4-FFF2-40B4-BE49-F238E27FC236}">
                <a16:creationId xmlns:a16="http://schemas.microsoft.com/office/drawing/2014/main" id="{6058484E-A7EA-4B21-99AB-9957760867E1}"/>
              </a:ext>
            </a:extLst>
          </p:cNvPr>
          <p:cNvSpPr/>
          <p:nvPr/>
        </p:nvSpPr>
        <p:spPr>
          <a:xfrm>
            <a:off x="358139" y="3324536"/>
            <a:ext cx="2592000" cy="3030215"/>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endPar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endParaRP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strategy</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sharing policy and process formulation</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privacy and security</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governance framework</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Master data management</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quality framework</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cleansing and transformation</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migration</a:t>
            </a:r>
          </a:p>
        </p:txBody>
      </p:sp>
      <p:sp>
        <p:nvSpPr>
          <p:cNvPr id="22" name="Rectangle 21">
            <a:extLst>
              <a:ext uri="{FF2B5EF4-FFF2-40B4-BE49-F238E27FC236}">
                <a16:creationId xmlns:a16="http://schemas.microsoft.com/office/drawing/2014/main" id="{99FFB781-789F-436C-8783-B335E035A567}"/>
              </a:ext>
            </a:extLst>
          </p:cNvPr>
          <p:cNvSpPr/>
          <p:nvPr/>
        </p:nvSpPr>
        <p:spPr>
          <a:xfrm>
            <a:off x="3208238" y="3324536"/>
            <a:ext cx="2592000" cy="3030215"/>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endPar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endParaRP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architecture design</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warehouse and Business Intelligence platform implementation</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storage technologies</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Big Data ecosystems (Hadoop, Distributed Computing, NoSQL, etc.)</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Lake implementation</a:t>
            </a:r>
          </a:p>
        </p:txBody>
      </p:sp>
      <p:sp>
        <p:nvSpPr>
          <p:cNvPr id="23" name="Rectangle 22">
            <a:extLst>
              <a:ext uri="{FF2B5EF4-FFF2-40B4-BE49-F238E27FC236}">
                <a16:creationId xmlns:a16="http://schemas.microsoft.com/office/drawing/2014/main" id="{366FD679-4A58-4981-9AEA-B1406DAE9CDC}"/>
              </a:ext>
            </a:extLst>
          </p:cNvPr>
          <p:cNvSpPr/>
          <p:nvPr/>
        </p:nvSpPr>
        <p:spPr>
          <a:xfrm>
            <a:off x="6037979" y="3324536"/>
            <a:ext cx="2592000" cy="3030215"/>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endPar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endParaRP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Predictive analytics &amp; forecasting</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Cost and performance optimisation</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Complex Event Processing</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Natural language processing (including text analytics)</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IoT Analytics</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Pattern discovery</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visualisation</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KPI / Dashboard development</a:t>
            </a:r>
          </a:p>
        </p:txBody>
      </p:sp>
      <p:sp>
        <p:nvSpPr>
          <p:cNvPr id="24" name="Rectangle 23">
            <a:extLst>
              <a:ext uri="{FF2B5EF4-FFF2-40B4-BE49-F238E27FC236}">
                <a16:creationId xmlns:a16="http://schemas.microsoft.com/office/drawing/2014/main" id="{858AD0A8-385B-40F0-B6BB-DA890ED210E7}"/>
              </a:ext>
            </a:extLst>
          </p:cNvPr>
          <p:cNvSpPr/>
          <p:nvPr/>
        </p:nvSpPr>
        <p:spPr>
          <a:xfrm>
            <a:off x="8885138" y="3324536"/>
            <a:ext cx="2592000" cy="3030215"/>
          </a:xfrm>
          <a:prstGeom prst="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t"/>
          <a:lstStyle/>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endPar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endParaRP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POC-to-production rollout</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Go-Live readiness assessment</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Change management</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Analytics Organisation design</a:t>
            </a:r>
          </a:p>
          <a:p>
            <a:pPr marL="285750" marR="0" lvl="0" indent="-285750" algn="l" defTabSz="914400" rtl="0" eaLnBrk="1" fontAlgn="auto" latinLnBrk="0" hangingPunct="1">
              <a:lnSpc>
                <a:spcPct val="80000"/>
              </a:lnSpc>
              <a:spcBef>
                <a:spcPts val="0"/>
              </a:spcBef>
              <a:spcAft>
                <a:spcPts val="400"/>
              </a:spcAft>
              <a:buClrTx/>
              <a:buSzTx/>
              <a:buFont typeface="Arial" panose="020B0604020202020204" pitchFamily="34" charset="0"/>
              <a:buChar char="•"/>
              <a:tabLst/>
              <a:defRPr/>
            </a:pPr>
            <a:r>
              <a:rPr kumimoji="0" lang="en-SG" sz="1400" b="0" i="0" u="none" strike="noStrike" kern="1200" cap="none" spc="0" normalizeH="0" baseline="0" noProof="0">
                <a:ln>
                  <a:noFill/>
                </a:ln>
                <a:solidFill>
                  <a:srgbClr val="000000"/>
                </a:solidFill>
                <a:effectLst/>
                <a:uLnTx/>
                <a:uFillTx/>
                <a:latin typeface="Ubuntu" panose="020B0504030602030204" pitchFamily="34" charset="0"/>
                <a:ea typeface="+mn-ea"/>
                <a:cs typeface="Calibri" panose="020F0502020204030204" pitchFamily="34" charset="0"/>
              </a:rPr>
              <a:t>Data Analytics training and workshops</a:t>
            </a:r>
          </a:p>
        </p:txBody>
      </p:sp>
    </p:spTree>
    <p:extLst>
      <p:ext uri="{BB962C8B-B14F-4D97-AF65-F5344CB8AC3E}">
        <p14:creationId xmlns:p14="http://schemas.microsoft.com/office/powerpoint/2010/main" val="1299804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9F6A2-006C-48DE-82E0-5BFCCBF6D744}"/>
              </a:ext>
            </a:extLst>
          </p:cNvPr>
          <p:cNvSpPr>
            <a:spLocks noGrp="1"/>
          </p:cNvSpPr>
          <p:nvPr>
            <p:ph type="title"/>
          </p:nvPr>
        </p:nvSpPr>
        <p:spPr/>
        <p:txBody>
          <a:bodyPr/>
          <a:lstStyle/>
          <a:p>
            <a:r>
              <a:rPr lang="en-US"/>
              <a:t>NEXT DATA Capabilities</a:t>
            </a:r>
            <a:br>
              <a:rPr lang="en-US"/>
            </a:br>
            <a:r>
              <a:rPr lang="en-US" sz="2000" b="0" i="1">
                <a:solidFill>
                  <a:schemeClr val="bg1">
                    <a:lumMod val="65000"/>
                  </a:schemeClr>
                </a:solidFill>
              </a:rPr>
              <a:t>Our implementation success stories cut across industries and functions</a:t>
            </a:r>
            <a:endParaRPr lang="en-SG" i="1"/>
          </a:p>
        </p:txBody>
      </p:sp>
      <p:sp>
        <p:nvSpPr>
          <p:cNvPr id="3" name="Rectangle 2">
            <a:extLst>
              <a:ext uri="{FF2B5EF4-FFF2-40B4-BE49-F238E27FC236}">
                <a16:creationId xmlns:a16="http://schemas.microsoft.com/office/drawing/2014/main" id="{6EBE4E19-3D91-4933-B668-12A449A48DF5}"/>
              </a:ext>
            </a:extLst>
          </p:cNvPr>
          <p:cNvSpPr/>
          <p:nvPr/>
        </p:nvSpPr>
        <p:spPr>
          <a:xfrm>
            <a:off x="358138" y="1163257"/>
            <a:ext cx="5411597" cy="375541"/>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FFFFFF"/>
                </a:solidFill>
                <a:effectLst/>
                <a:uLnTx/>
                <a:uFillTx/>
                <a:latin typeface="Calibri" panose="020F0502020204030204"/>
                <a:ea typeface="+mn-ea"/>
                <a:cs typeface="+mn-cs"/>
              </a:rPr>
              <a:t>Government</a:t>
            </a:r>
          </a:p>
        </p:txBody>
      </p:sp>
      <p:sp>
        <p:nvSpPr>
          <p:cNvPr id="5" name="Rectangle 4">
            <a:extLst>
              <a:ext uri="{FF2B5EF4-FFF2-40B4-BE49-F238E27FC236}">
                <a16:creationId xmlns:a16="http://schemas.microsoft.com/office/drawing/2014/main" id="{27A7E973-04E2-4152-B06A-FF7B729AF794}"/>
              </a:ext>
            </a:extLst>
          </p:cNvPr>
          <p:cNvSpPr/>
          <p:nvPr/>
        </p:nvSpPr>
        <p:spPr>
          <a:xfrm>
            <a:off x="7429990" y="1183989"/>
            <a:ext cx="1303614" cy="375541"/>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FFFFFF"/>
                </a:solidFill>
                <a:effectLst/>
                <a:uLnTx/>
                <a:uFillTx/>
                <a:latin typeface="Calibri" panose="020F0502020204030204"/>
                <a:ea typeface="+mn-ea"/>
                <a:cs typeface="+mn-cs"/>
              </a:rPr>
              <a:t>Healthcare</a:t>
            </a:r>
          </a:p>
        </p:txBody>
      </p:sp>
      <p:pic>
        <p:nvPicPr>
          <p:cNvPr id="6" name="Picture 5">
            <a:extLst>
              <a:ext uri="{FF2B5EF4-FFF2-40B4-BE49-F238E27FC236}">
                <a16:creationId xmlns:a16="http://schemas.microsoft.com/office/drawing/2014/main" id="{62EFFE10-641B-4B40-881D-69D5E3F42A5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592942" y="1638661"/>
            <a:ext cx="977711" cy="277796"/>
          </a:xfrm>
          <a:prstGeom prst="rect">
            <a:avLst/>
          </a:prstGeom>
        </p:spPr>
      </p:pic>
      <p:pic>
        <p:nvPicPr>
          <p:cNvPr id="7" name="Picture 6">
            <a:extLst>
              <a:ext uri="{FF2B5EF4-FFF2-40B4-BE49-F238E27FC236}">
                <a16:creationId xmlns:a16="http://schemas.microsoft.com/office/drawing/2014/main" id="{1B568867-6844-4BAD-A74D-C5F16787F29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674418" y="2094450"/>
            <a:ext cx="814759" cy="450936"/>
          </a:xfrm>
          <a:prstGeom prst="rect">
            <a:avLst/>
          </a:prstGeom>
        </p:spPr>
      </p:pic>
      <p:pic>
        <p:nvPicPr>
          <p:cNvPr id="8" name="Picture 7">
            <a:extLst>
              <a:ext uri="{FF2B5EF4-FFF2-40B4-BE49-F238E27FC236}">
                <a16:creationId xmlns:a16="http://schemas.microsoft.com/office/drawing/2014/main" id="{CF2E99BD-D360-4AE3-B918-7DA9AE66C06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674418" y="3272832"/>
            <a:ext cx="814759" cy="466364"/>
          </a:xfrm>
          <a:prstGeom prst="rect">
            <a:avLst/>
          </a:prstGeom>
        </p:spPr>
      </p:pic>
      <p:pic>
        <p:nvPicPr>
          <p:cNvPr id="9" name="Picture 8">
            <a:extLst>
              <a:ext uri="{FF2B5EF4-FFF2-40B4-BE49-F238E27FC236}">
                <a16:creationId xmlns:a16="http://schemas.microsoft.com/office/drawing/2014/main" id="{5A6930F2-619A-46F5-BC48-0DF7E148177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592942" y="4604555"/>
            <a:ext cx="977711" cy="291892"/>
          </a:xfrm>
          <a:prstGeom prst="rect">
            <a:avLst/>
          </a:prstGeom>
        </p:spPr>
      </p:pic>
      <p:pic>
        <p:nvPicPr>
          <p:cNvPr id="10" name="Picture 9">
            <a:extLst>
              <a:ext uri="{FF2B5EF4-FFF2-40B4-BE49-F238E27FC236}">
                <a16:creationId xmlns:a16="http://schemas.microsoft.com/office/drawing/2014/main" id="{BF2FC946-E683-4E81-A83B-3F1D8D30E1E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592942" y="5074440"/>
            <a:ext cx="977711" cy="280103"/>
          </a:xfrm>
          <a:prstGeom prst="rect">
            <a:avLst/>
          </a:prstGeom>
        </p:spPr>
      </p:pic>
      <p:pic>
        <p:nvPicPr>
          <p:cNvPr id="11" name="Picture 10">
            <a:extLst>
              <a:ext uri="{FF2B5EF4-FFF2-40B4-BE49-F238E27FC236}">
                <a16:creationId xmlns:a16="http://schemas.microsoft.com/office/drawing/2014/main" id="{83E48163-EDD3-4FD7-9306-6922060E7A9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592942" y="5532535"/>
            <a:ext cx="977711" cy="290028"/>
          </a:xfrm>
          <a:prstGeom prst="rect">
            <a:avLst/>
          </a:prstGeom>
        </p:spPr>
      </p:pic>
      <p:pic>
        <p:nvPicPr>
          <p:cNvPr id="12" name="Picture 11">
            <a:extLst>
              <a:ext uri="{FF2B5EF4-FFF2-40B4-BE49-F238E27FC236}">
                <a16:creationId xmlns:a16="http://schemas.microsoft.com/office/drawing/2014/main" id="{2EBCBE1C-2914-470A-864D-DB787669A15D}"/>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788620" y="3917188"/>
            <a:ext cx="586355" cy="509375"/>
          </a:xfrm>
          <a:prstGeom prst="rect">
            <a:avLst/>
          </a:prstGeom>
        </p:spPr>
      </p:pic>
      <p:pic>
        <p:nvPicPr>
          <p:cNvPr id="13" name="Picture 12">
            <a:extLst>
              <a:ext uri="{FF2B5EF4-FFF2-40B4-BE49-F238E27FC236}">
                <a16:creationId xmlns:a16="http://schemas.microsoft.com/office/drawing/2014/main" id="{60C23B47-7494-43BE-9579-B48AB229D8DB}"/>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592942" y="6000556"/>
            <a:ext cx="977711" cy="346770"/>
          </a:xfrm>
          <a:prstGeom prst="rect">
            <a:avLst/>
          </a:prstGeom>
        </p:spPr>
      </p:pic>
      <p:pic>
        <p:nvPicPr>
          <p:cNvPr id="14" name="Picture 13">
            <a:extLst>
              <a:ext uri="{FF2B5EF4-FFF2-40B4-BE49-F238E27FC236}">
                <a16:creationId xmlns:a16="http://schemas.microsoft.com/office/drawing/2014/main" id="{C18E82F2-3C8D-45C3-A532-6BC61F670954}"/>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7721139" y="2723379"/>
            <a:ext cx="721317" cy="371460"/>
          </a:xfrm>
          <a:prstGeom prst="rect">
            <a:avLst/>
          </a:prstGeom>
        </p:spPr>
      </p:pic>
      <p:sp>
        <p:nvSpPr>
          <p:cNvPr id="15" name="Rectangle 14">
            <a:extLst>
              <a:ext uri="{FF2B5EF4-FFF2-40B4-BE49-F238E27FC236}">
                <a16:creationId xmlns:a16="http://schemas.microsoft.com/office/drawing/2014/main" id="{C20B715D-B738-4DC3-A79F-4F51F5C375A5}"/>
              </a:ext>
            </a:extLst>
          </p:cNvPr>
          <p:cNvSpPr/>
          <p:nvPr/>
        </p:nvSpPr>
        <p:spPr>
          <a:xfrm>
            <a:off x="5840075" y="1163257"/>
            <a:ext cx="1440000" cy="375541"/>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FFFFFF"/>
                </a:solidFill>
                <a:effectLst/>
                <a:uLnTx/>
                <a:uFillTx/>
                <a:latin typeface="Calibri" panose="020F0502020204030204"/>
                <a:ea typeface="+mn-ea"/>
                <a:cs typeface="+mn-cs"/>
              </a:rPr>
              <a:t>Education</a:t>
            </a:r>
          </a:p>
        </p:txBody>
      </p:sp>
      <p:pic>
        <p:nvPicPr>
          <p:cNvPr id="16" name="Picture 15">
            <a:extLst>
              <a:ext uri="{FF2B5EF4-FFF2-40B4-BE49-F238E27FC236}">
                <a16:creationId xmlns:a16="http://schemas.microsoft.com/office/drawing/2014/main" id="{419DB3DB-5571-43FF-97E5-96BF317B9890}"/>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6150984" y="6093927"/>
            <a:ext cx="818182" cy="234199"/>
          </a:xfrm>
          <a:prstGeom prst="rect">
            <a:avLst/>
          </a:prstGeom>
        </p:spPr>
      </p:pic>
      <p:pic>
        <p:nvPicPr>
          <p:cNvPr id="17" name="Picture 16">
            <a:extLst>
              <a:ext uri="{FF2B5EF4-FFF2-40B4-BE49-F238E27FC236}">
                <a16:creationId xmlns:a16="http://schemas.microsoft.com/office/drawing/2014/main" id="{5AE8D04A-47C4-44BE-BEDB-6F5C60D55052}"/>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6150984" y="2321874"/>
            <a:ext cx="818182" cy="625875"/>
          </a:xfrm>
          <a:prstGeom prst="rect">
            <a:avLst/>
          </a:prstGeom>
        </p:spPr>
      </p:pic>
      <p:pic>
        <p:nvPicPr>
          <p:cNvPr id="18" name="Picture 17">
            <a:extLst>
              <a:ext uri="{FF2B5EF4-FFF2-40B4-BE49-F238E27FC236}">
                <a16:creationId xmlns:a16="http://schemas.microsoft.com/office/drawing/2014/main" id="{099129D8-F6FD-4944-9AD1-094A3704F89E}"/>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6150984" y="3908406"/>
            <a:ext cx="818182" cy="315005"/>
          </a:xfrm>
          <a:prstGeom prst="rect">
            <a:avLst/>
          </a:prstGeom>
        </p:spPr>
      </p:pic>
      <p:pic>
        <p:nvPicPr>
          <p:cNvPr id="19" name="Picture 18">
            <a:extLst>
              <a:ext uri="{FF2B5EF4-FFF2-40B4-BE49-F238E27FC236}">
                <a16:creationId xmlns:a16="http://schemas.microsoft.com/office/drawing/2014/main" id="{005A4F44-304B-41DF-8A44-9C9761EB95CD}"/>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6150984" y="3315678"/>
            <a:ext cx="818182" cy="240341"/>
          </a:xfrm>
          <a:prstGeom prst="rect">
            <a:avLst/>
          </a:prstGeom>
        </p:spPr>
      </p:pic>
      <p:pic>
        <p:nvPicPr>
          <p:cNvPr id="20" name="Picture 19">
            <a:extLst>
              <a:ext uri="{FF2B5EF4-FFF2-40B4-BE49-F238E27FC236}">
                <a16:creationId xmlns:a16="http://schemas.microsoft.com/office/drawing/2014/main" id="{6A13245F-385E-45F4-9A9A-BE083AD4C2AE}"/>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6269518" y="4440865"/>
            <a:ext cx="581115" cy="654545"/>
          </a:xfrm>
          <a:prstGeom prst="rect">
            <a:avLst/>
          </a:prstGeom>
        </p:spPr>
      </p:pic>
      <p:pic>
        <p:nvPicPr>
          <p:cNvPr id="21" name="Picture 20">
            <a:extLst>
              <a:ext uri="{FF2B5EF4-FFF2-40B4-BE49-F238E27FC236}">
                <a16:creationId xmlns:a16="http://schemas.microsoft.com/office/drawing/2014/main" id="{E2CD46FE-BA8A-4AB8-A1C2-98969B9064D0}"/>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6303438" y="1659226"/>
            <a:ext cx="513274" cy="490909"/>
          </a:xfrm>
          <a:prstGeom prst="rect">
            <a:avLst/>
          </a:prstGeom>
        </p:spPr>
      </p:pic>
      <p:sp>
        <p:nvSpPr>
          <p:cNvPr id="23" name="Rectangle 22">
            <a:extLst>
              <a:ext uri="{FF2B5EF4-FFF2-40B4-BE49-F238E27FC236}">
                <a16:creationId xmlns:a16="http://schemas.microsoft.com/office/drawing/2014/main" id="{32F5940A-304F-4DE2-B5C2-F9A00A4F57B2}"/>
              </a:ext>
            </a:extLst>
          </p:cNvPr>
          <p:cNvSpPr/>
          <p:nvPr/>
        </p:nvSpPr>
        <p:spPr>
          <a:xfrm>
            <a:off x="10462054" y="1183929"/>
            <a:ext cx="1303614" cy="375541"/>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FFFFFF"/>
                </a:solidFill>
                <a:effectLst/>
                <a:uLnTx/>
                <a:uFillTx/>
                <a:latin typeface="Calibri" panose="020F0502020204030204"/>
                <a:ea typeface="+mn-ea"/>
                <a:cs typeface="+mn-cs"/>
              </a:rPr>
              <a:t>Commercial</a:t>
            </a:r>
          </a:p>
        </p:txBody>
      </p:sp>
      <p:pic>
        <p:nvPicPr>
          <p:cNvPr id="24" name="Picture 23">
            <a:extLst>
              <a:ext uri="{FF2B5EF4-FFF2-40B4-BE49-F238E27FC236}">
                <a16:creationId xmlns:a16="http://schemas.microsoft.com/office/drawing/2014/main" id="{19985ABB-1EB3-43D7-9348-4553B729CD41}"/>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10936546" y="5464251"/>
            <a:ext cx="354627" cy="392727"/>
          </a:xfrm>
          <a:prstGeom prst="rect">
            <a:avLst/>
          </a:prstGeom>
        </p:spPr>
      </p:pic>
      <p:pic>
        <p:nvPicPr>
          <p:cNvPr id="25" name="Picture 24">
            <a:extLst>
              <a:ext uri="{FF2B5EF4-FFF2-40B4-BE49-F238E27FC236}">
                <a16:creationId xmlns:a16="http://schemas.microsoft.com/office/drawing/2014/main" id="{6FDA1E68-AEE5-4B6F-9F4A-DF5700CC026E}"/>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10967825" y="3962533"/>
            <a:ext cx="292069" cy="392727"/>
          </a:xfrm>
          <a:prstGeom prst="rect">
            <a:avLst/>
          </a:prstGeom>
        </p:spPr>
      </p:pic>
      <p:pic>
        <p:nvPicPr>
          <p:cNvPr id="26" name="Picture 25">
            <a:extLst>
              <a:ext uri="{FF2B5EF4-FFF2-40B4-BE49-F238E27FC236}">
                <a16:creationId xmlns:a16="http://schemas.microsoft.com/office/drawing/2014/main" id="{8A56D8CD-2C49-4086-A840-768CF053D83E}"/>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10783312" y="2689906"/>
            <a:ext cx="661095" cy="294545"/>
          </a:xfrm>
          <a:prstGeom prst="rect">
            <a:avLst/>
          </a:prstGeom>
        </p:spPr>
      </p:pic>
      <p:pic>
        <p:nvPicPr>
          <p:cNvPr id="27" name="Picture 26">
            <a:extLst>
              <a:ext uri="{FF2B5EF4-FFF2-40B4-BE49-F238E27FC236}">
                <a16:creationId xmlns:a16="http://schemas.microsoft.com/office/drawing/2014/main" id="{3F786620-DF4C-4524-A2C7-6698FF78FF81}"/>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10625004" y="6041185"/>
            <a:ext cx="977711" cy="159792"/>
          </a:xfrm>
          <a:prstGeom prst="rect">
            <a:avLst/>
          </a:prstGeom>
        </p:spPr>
      </p:pic>
      <p:pic>
        <p:nvPicPr>
          <p:cNvPr id="28" name="Picture 27">
            <a:extLst>
              <a:ext uri="{FF2B5EF4-FFF2-40B4-BE49-F238E27FC236}">
                <a16:creationId xmlns:a16="http://schemas.microsoft.com/office/drawing/2014/main" id="{1B605CEA-787D-4C13-B9B7-3640696DC8D6}"/>
              </a:ext>
            </a:extLst>
          </p:cNvPr>
          <p:cNvPicPr>
            <a:picLocks noChangeAspect="1"/>
          </p:cNvPicPr>
          <p:nvPr/>
        </p:nvPicPr>
        <p:blipFill rotWithShape="1">
          <a:blip r:embed="rId21" cstate="email">
            <a:extLst>
              <a:ext uri="{28A0092B-C50C-407E-A947-70E740481C1C}">
                <a14:useLocalDpi xmlns:a14="http://schemas.microsoft.com/office/drawing/2010/main"/>
              </a:ext>
            </a:extLst>
          </a:blip>
          <a:srcRect/>
          <a:stretch/>
        </p:blipFill>
        <p:spPr>
          <a:xfrm>
            <a:off x="10754633" y="1666942"/>
            <a:ext cx="718452" cy="327273"/>
          </a:xfrm>
          <a:prstGeom prst="rect">
            <a:avLst/>
          </a:prstGeom>
        </p:spPr>
      </p:pic>
      <p:pic>
        <p:nvPicPr>
          <p:cNvPr id="29" name="Picture 28">
            <a:extLst>
              <a:ext uri="{FF2B5EF4-FFF2-40B4-BE49-F238E27FC236}">
                <a16:creationId xmlns:a16="http://schemas.microsoft.com/office/drawing/2014/main" id="{2C210B3E-F230-4E0A-BEE6-D9C5E9507D3D}"/>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0732530" y="2178424"/>
            <a:ext cx="762659" cy="327273"/>
          </a:xfrm>
          <a:prstGeom prst="rect">
            <a:avLst/>
          </a:prstGeom>
        </p:spPr>
      </p:pic>
      <p:pic>
        <p:nvPicPr>
          <p:cNvPr id="30" name="Picture 29">
            <a:extLst>
              <a:ext uri="{FF2B5EF4-FFF2-40B4-BE49-F238E27FC236}">
                <a16:creationId xmlns:a16="http://schemas.microsoft.com/office/drawing/2014/main" id="{D22AFCED-BEB9-447A-8FDE-E07D485EA6BF}"/>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0726446" y="4539469"/>
            <a:ext cx="774827" cy="229091"/>
          </a:xfrm>
          <a:prstGeom prst="rect">
            <a:avLst/>
          </a:prstGeom>
        </p:spPr>
      </p:pic>
      <p:pic>
        <p:nvPicPr>
          <p:cNvPr id="31" name="Picture 30">
            <a:extLst>
              <a:ext uri="{FF2B5EF4-FFF2-40B4-BE49-F238E27FC236}">
                <a16:creationId xmlns:a16="http://schemas.microsoft.com/office/drawing/2014/main" id="{817BF5D4-B868-4D17-9E8C-BECDC6F93490}"/>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10817478" y="4952769"/>
            <a:ext cx="592762" cy="327273"/>
          </a:xfrm>
          <a:prstGeom prst="rect">
            <a:avLst/>
          </a:prstGeom>
        </p:spPr>
      </p:pic>
      <p:pic>
        <p:nvPicPr>
          <p:cNvPr id="32" name="Picture 31">
            <a:extLst>
              <a:ext uri="{FF2B5EF4-FFF2-40B4-BE49-F238E27FC236}">
                <a16:creationId xmlns:a16="http://schemas.microsoft.com/office/drawing/2014/main" id="{B4E8BDC9-B623-4CCA-9CE8-404F6CB39309}"/>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10696508" y="3168660"/>
            <a:ext cx="834703" cy="196364"/>
          </a:xfrm>
          <a:prstGeom prst="rect">
            <a:avLst/>
          </a:prstGeom>
        </p:spPr>
      </p:pic>
      <p:pic>
        <p:nvPicPr>
          <p:cNvPr id="33" name="Picture 32">
            <a:extLst>
              <a:ext uri="{FF2B5EF4-FFF2-40B4-BE49-F238E27FC236}">
                <a16:creationId xmlns:a16="http://schemas.microsoft.com/office/drawing/2014/main" id="{FF30596E-2491-4CA4-84A7-F031BE43F9FE}"/>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10751994" y="3549233"/>
            <a:ext cx="723730" cy="229091"/>
          </a:xfrm>
          <a:prstGeom prst="rect">
            <a:avLst/>
          </a:prstGeom>
        </p:spPr>
      </p:pic>
      <p:sp>
        <p:nvSpPr>
          <p:cNvPr id="36" name="Rectangle 35">
            <a:extLst>
              <a:ext uri="{FF2B5EF4-FFF2-40B4-BE49-F238E27FC236}">
                <a16:creationId xmlns:a16="http://schemas.microsoft.com/office/drawing/2014/main" id="{DA6F0000-653E-4733-9557-9B877F9EA534}"/>
              </a:ext>
            </a:extLst>
          </p:cNvPr>
          <p:cNvSpPr/>
          <p:nvPr/>
        </p:nvSpPr>
        <p:spPr>
          <a:xfrm>
            <a:off x="8946021" y="4434719"/>
            <a:ext cx="1303614" cy="375541"/>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FFFFFF"/>
                </a:solidFill>
                <a:effectLst/>
                <a:uLnTx/>
                <a:uFillTx/>
                <a:latin typeface="Calibri" panose="020F0502020204030204"/>
                <a:ea typeface="+mn-ea"/>
                <a:cs typeface="+mn-cs"/>
              </a:rPr>
              <a:t>Transport</a:t>
            </a:r>
          </a:p>
        </p:txBody>
      </p:sp>
      <p:pic>
        <p:nvPicPr>
          <p:cNvPr id="37" name="Picture 36">
            <a:extLst>
              <a:ext uri="{FF2B5EF4-FFF2-40B4-BE49-F238E27FC236}">
                <a16:creationId xmlns:a16="http://schemas.microsoft.com/office/drawing/2014/main" id="{9AB67120-AC28-49A1-BE08-108C69C75E3E}"/>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9079934" y="6018791"/>
            <a:ext cx="1035788" cy="327273"/>
          </a:xfrm>
          <a:prstGeom prst="rect">
            <a:avLst/>
          </a:prstGeom>
        </p:spPr>
      </p:pic>
      <p:pic>
        <p:nvPicPr>
          <p:cNvPr id="38" name="Picture 37">
            <a:extLst>
              <a:ext uri="{FF2B5EF4-FFF2-40B4-BE49-F238E27FC236}">
                <a16:creationId xmlns:a16="http://schemas.microsoft.com/office/drawing/2014/main" id="{DD3E15AF-2A2B-4E40-B193-9C971DCA8C5B}"/>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9180003" y="5397768"/>
            <a:ext cx="835651" cy="490909"/>
          </a:xfrm>
          <a:prstGeom prst="rect">
            <a:avLst/>
          </a:prstGeom>
        </p:spPr>
      </p:pic>
      <p:pic>
        <p:nvPicPr>
          <p:cNvPr id="39" name="Picture 38">
            <a:extLst>
              <a:ext uri="{FF2B5EF4-FFF2-40B4-BE49-F238E27FC236}">
                <a16:creationId xmlns:a16="http://schemas.microsoft.com/office/drawing/2014/main" id="{1AA5794C-1CF7-489F-BDC1-06E0D81B7AA8}"/>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9238064" y="4940378"/>
            <a:ext cx="719529" cy="327273"/>
          </a:xfrm>
          <a:prstGeom prst="rect">
            <a:avLst/>
          </a:prstGeom>
        </p:spPr>
      </p:pic>
      <p:pic>
        <p:nvPicPr>
          <p:cNvPr id="40" name="Picture 39">
            <a:extLst>
              <a:ext uri="{FF2B5EF4-FFF2-40B4-BE49-F238E27FC236}">
                <a16:creationId xmlns:a16="http://schemas.microsoft.com/office/drawing/2014/main" id="{387B74E9-AE30-4491-AEBB-2A88FF169040}"/>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9348512" y="3715511"/>
            <a:ext cx="498632" cy="589091"/>
          </a:xfrm>
          <a:prstGeom prst="rect">
            <a:avLst/>
          </a:prstGeom>
        </p:spPr>
      </p:pic>
      <p:sp>
        <p:nvSpPr>
          <p:cNvPr id="41" name="Rectangle 40">
            <a:extLst>
              <a:ext uri="{FF2B5EF4-FFF2-40B4-BE49-F238E27FC236}">
                <a16:creationId xmlns:a16="http://schemas.microsoft.com/office/drawing/2014/main" id="{CF67C271-729C-4118-93A3-4A96E0EAE5A2}"/>
              </a:ext>
            </a:extLst>
          </p:cNvPr>
          <p:cNvSpPr/>
          <p:nvPr/>
        </p:nvSpPr>
        <p:spPr>
          <a:xfrm>
            <a:off x="8946021" y="1183929"/>
            <a:ext cx="1303614" cy="375541"/>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FFFFFF"/>
                </a:solidFill>
                <a:effectLst/>
                <a:uLnTx/>
                <a:uFillTx/>
                <a:latin typeface="Calibri" panose="020F0502020204030204"/>
                <a:ea typeface="+mn-ea"/>
                <a:cs typeface="+mn-cs"/>
              </a:rPr>
              <a:t>FSI</a:t>
            </a:r>
          </a:p>
        </p:txBody>
      </p:sp>
      <p:pic>
        <p:nvPicPr>
          <p:cNvPr id="42" name="Picture 41">
            <a:extLst>
              <a:ext uri="{FF2B5EF4-FFF2-40B4-BE49-F238E27FC236}">
                <a16:creationId xmlns:a16="http://schemas.microsoft.com/office/drawing/2014/main" id="{B2D6FC47-0A4C-4E92-8193-2E7035CCCD68}"/>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315921" y="2996303"/>
            <a:ext cx="563813" cy="589091"/>
          </a:xfrm>
          <a:prstGeom prst="rect">
            <a:avLst/>
          </a:prstGeom>
        </p:spPr>
      </p:pic>
      <p:pic>
        <p:nvPicPr>
          <p:cNvPr id="43" name="Picture 42">
            <a:extLst>
              <a:ext uri="{FF2B5EF4-FFF2-40B4-BE49-F238E27FC236}">
                <a16:creationId xmlns:a16="http://schemas.microsoft.com/office/drawing/2014/main" id="{C2B0E166-95E5-475C-B4B6-3209F7A372B3}"/>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9115007" y="1689587"/>
            <a:ext cx="965642" cy="261818"/>
          </a:xfrm>
          <a:prstGeom prst="rect">
            <a:avLst/>
          </a:prstGeom>
        </p:spPr>
      </p:pic>
      <p:pic>
        <p:nvPicPr>
          <p:cNvPr id="44" name="Picture 43">
            <a:extLst>
              <a:ext uri="{FF2B5EF4-FFF2-40B4-BE49-F238E27FC236}">
                <a16:creationId xmlns:a16="http://schemas.microsoft.com/office/drawing/2014/main" id="{52F767DF-F624-4260-9AE4-0A6FA8E8D1BA}"/>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9227090" y="2081523"/>
            <a:ext cx="741477" cy="261818"/>
          </a:xfrm>
          <a:prstGeom prst="rect">
            <a:avLst/>
          </a:prstGeom>
        </p:spPr>
      </p:pic>
      <p:pic>
        <p:nvPicPr>
          <p:cNvPr id="45" name="Picture 44">
            <a:extLst>
              <a:ext uri="{FF2B5EF4-FFF2-40B4-BE49-F238E27FC236}">
                <a16:creationId xmlns:a16="http://schemas.microsoft.com/office/drawing/2014/main" id="{4BFD1283-DD19-4272-A861-DF12C947EF40}"/>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9181486" y="2473458"/>
            <a:ext cx="832684" cy="392727"/>
          </a:xfrm>
          <a:prstGeom prst="rect">
            <a:avLst/>
          </a:prstGeom>
        </p:spPr>
      </p:pic>
      <p:grpSp>
        <p:nvGrpSpPr>
          <p:cNvPr id="46" name="Group 45">
            <a:extLst>
              <a:ext uri="{FF2B5EF4-FFF2-40B4-BE49-F238E27FC236}">
                <a16:creationId xmlns:a16="http://schemas.microsoft.com/office/drawing/2014/main" id="{99C0E291-223B-48B4-B2C7-8FE75A46E2AA}"/>
              </a:ext>
            </a:extLst>
          </p:cNvPr>
          <p:cNvGrpSpPr/>
          <p:nvPr/>
        </p:nvGrpSpPr>
        <p:grpSpPr>
          <a:xfrm>
            <a:off x="4476623" y="1650364"/>
            <a:ext cx="1228831" cy="4719170"/>
            <a:chOff x="4199337" y="1404467"/>
            <a:chExt cx="1357393" cy="5191087"/>
          </a:xfrm>
        </p:grpSpPr>
        <p:pic>
          <p:nvPicPr>
            <p:cNvPr id="47" name="Picture 46">
              <a:extLst>
                <a:ext uri="{FF2B5EF4-FFF2-40B4-BE49-F238E27FC236}">
                  <a16:creationId xmlns:a16="http://schemas.microsoft.com/office/drawing/2014/main" id="{EEB760F4-A775-43CF-A050-F28D1807DCA2}"/>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4338033" y="6236519"/>
              <a:ext cx="1080000" cy="359035"/>
            </a:xfrm>
            <a:prstGeom prst="rect">
              <a:avLst/>
            </a:prstGeom>
          </p:spPr>
        </p:pic>
        <p:pic>
          <p:nvPicPr>
            <p:cNvPr id="48" name="Picture 47">
              <a:extLst>
                <a:ext uri="{FF2B5EF4-FFF2-40B4-BE49-F238E27FC236}">
                  <a16:creationId xmlns:a16="http://schemas.microsoft.com/office/drawing/2014/main" id="{9AD42BE0-6AB8-43EB-9F8F-04D755F3E7D2}"/>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4428033" y="5340133"/>
              <a:ext cx="900000" cy="706500"/>
            </a:xfrm>
            <a:prstGeom prst="rect">
              <a:avLst/>
            </a:prstGeom>
          </p:spPr>
        </p:pic>
        <p:pic>
          <p:nvPicPr>
            <p:cNvPr id="49" name="Picture 48">
              <a:extLst>
                <a:ext uri="{FF2B5EF4-FFF2-40B4-BE49-F238E27FC236}">
                  <a16:creationId xmlns:a16="http://schemas.microsoft.com/office/drawing/2014/main" id="{AF0611FC-51CD-44BA-B946-50154B6D8552}"/>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539238" y="4160187"/>
              <a:ext cx="677590" cy="450256"/>
            </a:xfrm>
            <a:prstGeom prst="rect">
              <a:avLst/>
            </a:prstGeom>
          </p:spPr>
        </p:pic>
        <p:pic>
          <p:nvPicPr>
            <p:cNvPr id="50" name="Picture 49">
              <a:extLst>
                <a:ext uri="{FF2B5EF4-FFF2-40B4-BE49-F238E27FC236}">
                  <a16:creationId xmlns:a16="http://schemas.microsoft.com/office/drawing/2014/main" id="{A9121EFB-2F48-4483-B04A-13D8771F4C1C}"/>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a:off x="4428033" y="2588613"/>
              <a:ext cx="900000" cy="740506"/>
            </a:xfrm>
            <a:prstGeom prst="rect">
              <a:avLst/>
            </a:prstGeom>
          </p:spPr>
        </p:pic>
        <p:pic>
          <p:nvPicPr>
            <p:cNvPr id="51" name="Picture 50">
              <a:extLst>
                <a:ext uri="{FF2B5EF4-FFF2-40B4-BE49-F238E27FC236}">
                  <a16:creationId xmlns:a16="http://schemas.microsoft.com/office/drawing/2014/main" id="{0234D35C-D8AA-428C-812C-3523D0FA3C36}"/>
                </a:ext>
              </a:extLst>
            </p:cNvPr>
            <p:cNvPicPr>
              <a:picLocks noChangeAspect="1"/>
            </p:cNvPicPr>
            <p:nvPr/>
          </p:nvPicPr>
          <p:blipFill>
            <a:blip r:embed="rId39" cstate="email">
              <a:extLst>
                <a:ext uri="{28A0092B-C50C-407E-A947-70E740481C1C}">
                  <a14:useLocalDpi xmlns:a14="http://schemas.microsoft.com/office/drawing/2010/main"/>
                </a:ext>
              </a:extLst>
            </a:blip>
            <a:stretch>
              <a:fillRect/>
            </a:stretch>
          </p:blipFill>
          <p:spPr>
            <a:xfrm>
              <a:off x="4554033" y="1858728"/>
              <a:ext cx="648000" cy="540000"/>
            </a:xfrm>
            <a:prstGeom prst="rect">
              <a:avLst/>
            </a:prstGeom>
          </p:spPr>
        </p:pic>
        <p:pic>
          <p:nvPicPr>
            <p:cNvPr id="52" name="Picture 51">
              <a:extLst>
                <a:ext uri="{FF2B5EF4-FFF2-40B4-BE49-F238E27FC236}">
                  <a16:creationId xmlns:a16="http://schemas.microsoft.com/office/drawing/2014/main" id="{5C8B4ABD-B3FD-47C4-B312-324504D98994}"/>
                </a:ext>
              </a:extLst>
            </p:cNvPr>
            <p:cNvPicPr>
              <a:picLocks noChangeAspect="1"/>
            </p:cNvPicPr>
            <p:nvPr/>
          </p:nvPicPr>
          <p:blipFill>
            <a:blip r:embed="rId40" cstate="email">
              <a:extLst>
                <a:ext uri="{28A0092B-C50C-407E-A947-70E740481C1C}">
                  <a14:useLocalDpi xmlns:a14="http://schemas.microsoft.com/office/drawing/2010/main"/>
                </a:ext>
              </a:extLst>
            </a:blip>
            <a:stretch>
              <a:fillRect/>
            </a:stretch>
          </p:blipFill>
          <p:spPr>
            <a:xfrm>
              <a:off x="4338033" y="4800328"/>
              <a:ext cx="1080000" cy="349920"/>
            </a:xfrm>
            <a:prstGeom prst="rect">
              <a:avLst/>
            </a:prstGeom>
          </p:spPr>
        </p:pic>
        <p:pic>
          <p:nvPicPr>
            <p:cNvPr id="53" name="Picture 52">
              <a:extLst>
                <a:ext uri="{FF2B5EF4-FFF2-40B4-BE49-F238E27FC236}">
                  <a16:creationId xmlns:a16="http://schemas.microsoft.com/office/drawing/2014/main" id="{80326990-C24B-4E05-BA57-DE2A23518143}"/>
                </a:ext>
              </a:extLst>
            </p:cNvPr>
            <p:cNvPicPr>
              <a:picLocks noChangeAspect="1"/>
            </p:cNvPicPr>
            <p:nvPr/>
          </p:nvPicPr>
          <p:blipFill>
            <a:blip r:embed="rId41" cstate="email">
              <a:extLst>
                <a:ext uri="{28A0092B-C50C-407E-A947-70E740481C1C}">
                  <a14:useLocalDpi xmlns:a14="http://schemas.microsoft.com/office/drawing/2010/main"/>
                </a:ext>
              </a:extLst>
            </a:blip>
            <a:stretch>
              <a:fillRect/>
            </a:stretch>
          </p:blipFill>
          <p:spPr>
            <a:xfrm>
              <a:off x="4408408" y="3519004"/>
              <a:ext cx="939250" cy="451298"/>
            </a:xfrm>
            <a:prstGeom prst="rect">
              <a:avLst/>
            </a:prstGeom>
          </p:spPr>
        </p:pic>
        <p:pic>
          <p:nvPicPr>
            <p:cNvPr id="54" name="Picture 53">
              <a:extLst>
                <a:ext uri="{FF2B5EF4-FFF2-40B4-BE49-F238E27FC236}">
                  <a16:creationId xmlns:a16="http://schemas.microsoft.com/office/drawing/2014/main" id="{CF66CA53-71F2-4C8B-84FB-68B0F32180C3}"/>
                </a:ext>
              </a:extLst>
            </p:cNvPr>
            <p:cNvPicPr>
              <a:picLocks noChangeAspect="1"/>
            </p:cNvPicPr>
            <p:nvPr/>
          </p:nvPicPr>
          <p:blipFill>
            <a:blip r:embed="rId42" cstate="email">
              <a:extLst>
                <a:ext uri="{28A0092B-C50C-407E-A947-70E740481C1C}">
                  <a14:useLocalDpi xmlns:a14="http://schemas.microsoft.com/office/drawing/2010/main"/>
                </a:ext>
              </a:extLst>
            </a:blip>
            <a:stretch>
              <a:fillRect/>
            </a:stretch>
          </p:blipFill>
          <p:spPr>
            <a:xfrm>
              <a:off x="4199337" y="1404467"/>
              <a:ext cx="1357393" cy="264376"/>
            </a:xfrm>
            <a:prstGeom prst="rect">
              <a:avLst/>
            </a:prstGeom>
          </p:spPr>
        </p:pic>
      </p:grpSp>
      <p:pic>
        <p:nvPicPr>
          <p:cNvPr id="56" name="Picture 55">
            <a:extLst>
              <a:ext uri="{FF2B5EF4-FFF2-40B4-BE49-F238E27FC236}">
                <a16:creationId xmlns:a16="http://schemas.microsoft.com/office/drawing/2014/main" id="{31B5FEC5-2A2C-47C4-9294-E9A55ADCA1EC}"/>
              </a:ext>
            </a:extLst>
          </p:cNvPr>
          <p:cNvPicPr>
            <a:picLocks noChangeAspect="1"/>
          </p:cNvPicPr>
          <p:nvPr/>
        </p:nvPicPr>
        <p:blipFill>
          <a:blip r:embed="rId43" cstate="email">
            <a:extLst>
              <a:ext uri="{28A0092B-C50C-407E-A947-70E740481C1C}">
                <a14:useLocalDpi xmlns:a14="http://schemas.microsoft.com/office/drawing/2010/main"/>
              </a:ext>
            </a:extLst>
          </a:blip>
          <a:stretch>
            <a:fillRect/>
          </a:stretch>
        </p:blipFill>
        <p:spPr>
          <a:xfrm>
            <a:off x="1894148" y="2287550"/>
            <a:ext cx="937529" cy="229091"/>
          </a:xfrm>
          <a:prstGeom prst="rect">
            <a:avLst/>
          </a:prstGeom>
        </p:spPr>
      </p:pic>
      <p:pic>
        <p:nvPicPr>
          <p:cNvPr id="57" name="Picture 56">
            <a:extLst>
              <a:ext uri="{FF2B5EF4-FFF2-40B4-BE49-F238E27FC236}">
                <a16:creationId xmlns:a16="http://schemas.microsoft.com/office/drawing/2014/main" id="{EE4D4DB7-CF45-4088-B619-E06E799FB8BC}"/>
              </a:ext>
            </a:extLst>
          </p:cNvPr>
          <p:cNvPicPr>
            <a:picLocks noChangeAspect="1"/>
          </p:cNvPicPr>
          <p:nvPr/>
        </p:nvPicPr>
        <p:blipFill>
          <a:blip r:embed="rId44" cstate="email">
            <a:extLst>
              <a:ext uri="{28A0092B-C50C-407E-A947-70E740481C1C}">
                <a14:useLocalDpi xmlns:a14="http://schemas.microsoft.com/office/drawing/2010/main"/>
              </a:ext>
            </a:extLst>
          </a:blip>
          <a:stretch>
            <a:fillRect/>
          </a:stretch>
        </p:blipFill>
        <p:spPr>
          <a:xfrm>
            <a:off x="1955534" y="3249718"/>
            <a:ext cx="814757" cy="717215"/>
          </a:xfrm>
          <a:prstGeom prst="rect">
            <a:avLst/>
          </a:prstGeom>
        </p:spPr>
      </p:pic>
      <p:pic>
        <p:nvPicPr>
          <p:cNvPr id="58" name="Picture 57">
            <a:extLst>
              <a:ext uri="{FF2B5EF4-FFF2-40B4-BE49-F238E27FC236}">
                <a16:creationId xmlns:a16="http://schemas.microsoft.com/office/drawing/2014/main" id="{F85D771D-83EA-49F5-9B1B-A848B94F5462}"/>
              </a:ext>
            </a:extLst>
          </p:cNvPr>
          <p:cNvPicPr>
            <a:picLocks noChangeAspect="1"/>
          </p:cNvPicPr>
          <p:nvPr/>
        </p:nvPicPr>
        <p:blipFill>
          <a:blip r:embed="rId45" cstate="email">
            <a:extLst>
              <a:ext uri="{28A0092B-C50C-407E-A947-70E740481C1C}">
                <a14:useLocalDpi xmlns:a14="http://schemas.microsoft.com/office/drawing/2010/main"/>
              </a:ext>
            </a:extLst>
          </a:blip>
          <a:stretch>
            <a:fillRect/>
          </a:stretch>
        </p:blipFill>
        <p:spPr>
          <a:xfrm>
            <a:off x="1819741" y="2719543"/>
            <a:ext cx="1086343" cy="327273"/>
          </a:xfrm>
          <a:prstGeom prst="rect">
            <a:avLst/>
          </a:prstGeom>
        </p:spPr>
      </p:pic>
      <p:pic>
        <p:nvPicPr>
          <p:cNvPr id="59" name="Picture 58">
            <a:extLst>
              <a:ext uri="{FF2B5EF4-FFF2-40B4-BE49-F238E27FC236}">
                <a16:creationId xmlns:a16="http://schemas.microsoft.com/office/drawing/2014/main" id="{D141158D-844F-430F-9D6D-30DE69CE349A}"/>
              </a:ext>
            </a:extLst>
          </p:cNvPr>
          <p:cNvPicPr>
            <a:picLocks noChangeAspect="1"/>
          </p:cNvPicPr>
          <p:nvPr/>
        </p:nvPicPr>
        <p:blipFill>
          <a:blip r:embed="rId46" cstate="email">
            <a:extLst>
              <a:ext uri="{28A0092B-C50C-407E-A947-70E740481C1C}">
                <a14:useLocalDpi xmlns:a14="http://schemas.microsoft.com/office/drawing/2010/main"/>
              </a:ext>
            </a:extLst>
          </a:blip>
          <a:stretch>
            <a:fillRect/>
          </a:stretch>
        </p:blipFill>
        <p:spPr>
          <a:xfrm>
            <a:off x="2037010" y="4915382"/>
            <a:ext cx="651806" cy="654545"/>
          </a:xfrm>
          <a:prstGeom prst="rect">
            <a:avLst/>
          </a:prstGeom>
        </p:spPr>
      </p:pic>
      <p:pic>
        <p:nvPicPr>
          <p:cNvPr id="60" name="Picture 59">
            <a:extLst>
              <a:ext uri="{FF2B5EF4-FFF2-40B4-BE49-F238E27FC236}">
                <a16:creationId xmlns:a16="http://schemas.microsoft.com/office/drawing/2014/main" id="{02F1A4F7-424E-4EA1-A8C3-437F59830C4D}"/>
              </a:ext>
            </a:extLst>
          </p:cNvPr>
          <p:cNvPicPr>
            <a:picLocks noChangeAspect="1"/>
          </p:cNvPicPr>
          <p:nvPr/>
        </p:nvPicPr>
        <p:blipFill>
          <a:blip r:embed="rId47" cstate="email">
            <a:extLst>
              <a:ext uri="{28A0092B-C50C-407E-A947-70E740481C1C}">
                <a14:useLocalDpi xmlns:a14="http://schemas.microsoft.com/office/drawing/2010/main"/>
              </a:ext>
            </a:extLst>
          </a:blip>
          <a:stretch>
            <a:fillRect/>
          </a:stretch>
        </p:blipFill>
        <p:spPr>
          <a:xfrm>
            <a:off x="1956794" y="1626466"/>
            <a:ext cx="786640" cy="458182"/>
          </a:xfrm>
          <a:prstGeom prst="rect">
            <a:avLst/>
          </a:prstGeom>
        </p:spPr>
      </p:pic>
      <p:pic>
        <p:nvPicPr>
          <p:cNvPr id="61" name="Picture 60">
            <a:extLst>
              <a:ext uri="{FF2B5EF4-FFF2-40B4-BE49-F238E27FC236}">
                <a16:creationId xmlns:a16="http://schemas.microsoft.com/office/drawing/2014/main" id="{69D47A68-95E3-452B-9F48-4A4B66FDE462}"/>
              </a:ext>
            </a:extLst>
          </p:cNvPr>
          <p:cNvPicPr>
            <a:picLocks noChangeAspect="1"/>
          </p:cNvPicPr>
          <p:nvPr/>
        </p:nvPicPr>
        <p:blipFill>
          <a:blip r:embed="rId48" cstate="email">
            <a:extLst>
              <a:ext uri="{28A0092B-C50C-407E-A947-70E740481C1C}">
                <a14:useLocalDpi xmlns:a14="http://schemas.microsoft.com/office/drawing/2010/main"/>
              </a:ext>
            </a:extLst>
          </a:blip>
          <a:stretch>
            <a:fillRect/>
          </a:stretch>
        </p:blipFill>
        <p:spPr>
          <a:xfrm>
            <a:off x="2065809" y="5772829"/>
            <a:ext cx="594207" cy="596705"/>
          </a:xfrm>
          <a:prstGeom prst="rect">
            <a:avLst/>
          </a:prstGeom>
        </p:spPr>
      </p:pic>
      <p:pic>
        <p:nvPicPr>
          <p:cNvPr id="62" name="Picture 61">
            <a:extLst>
              <a:ext uri="{FF2B5EF4-FFF2-40B4-BE49-F238E27FC236}">
                <a16:creationId xmlns:a16="http://schemas.microsoft.com/office/drawing/2014/main" id="{54260EA6-A1AD-46CF-B806-EC4CFDE547EF}"/>
              </a:ext>
            </a:extLst>
          </p:cNvPr>
          <p:cNvPicPr>
            <a:picLocks noChangeAspect="1"/>
          </p:cNvPicPr>
          <p:nvPr/>
        </p:nvPicPr>
        <p:blipFill>
          <a:blip r:embed="rId49" cstate="email">
            <a:extLst>
              <a:ext uri="{28A0092B-C50C-407E-A947-70E740481C1C}">
                <a14:useLocalDpi xmlns:a14="http://schemas.microsoft.com/office/drawing/2010/main"/>
              </a:ext>
            </a:extLst>
          </a:blip>
          <a:stretch>
            <a:fillRect/>
          </a:stretch>
        </p:blipFill>
        <p:spPr>
          <a:xfrm>
            <a:off x="2083409" y="4169835"/>
            <a:ext cx="559007" cy="542645"/>
          </a:xfrm>
          <a:prstGeom prst="rect">
            <a:avLst/>
          </a:prstGeom>
        </p:spPr>
      </p:pic>
      <p:grpSp>
        <p:nvGrpSpPr>
          <p:cNvPr id="64" name="Group 63">
            <a:extLst>
              <a:ext uri="{FF2B5EF4-FFF2-40B4-BE49-F238E27FC236}">
                <a16:creationId xmlns:a16="http://schemas.microsoft.com/office/drawing/2014/main" id="{81AE245B-062F-46D8-8518-F0A484A3D9FF}"/>
              </a:ext>
            </a:extLst>
          </p:cNvPr>
          <p:cNvGrpSpPr/>
          <p:nvPr/>
        </p:nvGrpSpPr>
        <p:grpSpPr>
          <a:xfrm>
            <a:off x="3216930" y="1650364"/>
            <a:ext cx="941395" cy="4719170"/>
            <a:chOff x="2898197" y="1404467"/>
            <a:chExt cx="1039885" cy="5191087"/>
          </a:xfrm>
        </p:grpSpPr>
        <p:pic>
          <p:nvPicPr>
            <p:cNvPr id="65" name="Picture 64">
              <a:extLst>
                <a:ext uri="{FF2B5EF4-FFF2-40B4-BE49-F238E27FC236}">
                  <a16:creationId xmlns:a16="http://schemas.microsoft.com/office/drawing/2014/main" id="{974E9CDD-7D80-45E1-B63B-0D59588F6A10}"/>
                </a:ext>
              </a:extLst>
            </p:cNvPr>
            <p:cNvPicPr>
              <a:picLocks noChangeAspect="1"/>
            </p:cNvPicPr>
            <p:nvPr/>
          </p:nvPicPr>
          <p:blipFill rotWithShape="1">
            <a:blip r:embed="rId50" cstate="email">
              <a:extLst>
                <a:ext uri="{28A0092B-C50C-407E-A947-70E740481C1C}">
                  <a14:useLocalDpi xmlns:a14="http://schemas.microsoft.com/office/drawing/2010/main"/>
                </a:ext>
              </a:extLst>
            </a:blip>
            <a:srcRect/>
            <a:stretch/>
          </p:blipFill>
          <p:spPr>
            <a:xfrm>
              <a:off x="2968139" y="2316710"/>
              <a:ext cx="900000" cy="451452"/>
            </a:xfrm>
            <a:prstGeom prst="rect">
              <a:avLst/>
            </a:prstGeom>
          </p:spPr>
        </p:pic>
        <p:pic>
          <p:nvPicPr>
            <p:cNvPr id="66" name="Picture 65">
              <a:extLst>
                <a:ext uri="{FF2B5EF4-FFF2-40B4-BE49-F238E27FC236}">
                  <a16:creationId xmlns:a16="http://schemas.microsoft.com/office/drawing/2014/main" id="{70FFFFA9-ED5C-4C61-8CB4-B01492D724F6}"/>
                </a:ext>
              </a:extLst>
            </p:cNvPr>
            <p:cNvPicPr>
              <a:picLocks noChangeAspect="1"/>
            </p:cNvPicPr>
            <p:nvPr/>
          </p:nvPicPr>
          <p:blipFill>
            <a:blip r:embed="rId51" cstate="email">
              <a:extLst>
                <a:ext uri="{28A0092B-C50C-407E-A947-70E740481C1C}">
                  <a14:useLocalDpi xmlns:a14="http://schemas.microsoft.com/office/drawing/2010/main"/>
                </a:ext>
              </a:extLst>
            </a:blip>
            <a:stretch>
              <a:fillRect/>
            </a:stretch>
          </p:blipFill>
          <p:spPr>
            <a:xfrm>
              <a:off x="3112139" y="5198613"/>
              <a:ext cx="612000" cy="612000"/>
            </a:xfrm>
            <a:prstGeom prst="rect">
              <a:avLst/>
            </a:prstGeom>
          </p:spPr>
        </p:pic>
        <p:pic>
          <p:nvPicPr>
            <p:cNvPr id="67" name="Picture 66">
              <a:extLst>
                <a:ext uri="{FF2B5EF4-FFF2-40B4-BE49-F238E27FC236}">
                  <a16:creationId xmlns:a16="http://schemas.microsoft.com/office/drawing/2014/main" id="{0E0ABF32-DDA9-4EE9-AF59-7C41C2A7247B}"/>
                </a:ext>
              </a:extLst>
            </p:cNvPr>
            <p:cNvPicPr>
              <a:picLocks noChangeAspect="1"/>
            </p:cNvPicPr>
            <p:nvPr/>
          </p:nvPicPr>
          <p:blipFill>
            <a:blip r:embed="rId52" cstate="email">
              <a:extLst>
                <a:ext uri="{28A0092B-C50C-407E-A947-70E740481C1C}">
                  <a14:useLocalDpi xmlns:a14="http://schemas.microsoft.com/office/drawing/2010/main"/>
                </a:ext>
              </a:extLst>
            </a:blip>
            <a:stretch>
              <a:fillRect/>
            </a:stretch>
          </p:blipFill>
          <p:spPr>
            <a:xfrm>
              <a:off x="2968139" y="3608273"/>
              <a:ext cx="900000" cy="447692"/>
            </a:xfrm>
            <a:prstGeom prst="rect">
              <a:avLst/>
            </a:prstGeom>
          </p:spPr>
        </p:pic>
        <p:pic>
          <p:nvPicPr>
            <p:cNvPr id="68" name="Picture 67">
              <a:extLst>
                <a:ext uri="{FF2B5EF4-FFF2-40B4-BE49-F238E27FC236}">
                  <a16:creationId xmlns:a16="http://schemas.microsoft.com/office/drawing/2014/main" id="{E382042A-4FC2-40AF-A147-EE0389A7AADA}"/>
                </a:ext>
              </a:extLst>
            </p:cNvPr>
            <p:cNvPicPr>
              <a:picLocks noChangeAspect="1"/>
            </p:cNvPicPr>
            <p:nvPr/>
          </p:nvPicPr>
          <p:blipFill>
            <a:blip r:embed="rId53" cstate="email">
              <a:extLst>
                <a:ext uri="{28A0092B-C50C-407E-A947-70E740481C1C}">
                  <a14:useLocalDpi xmlns:a14="http://schemas.microsoft.com/office/drawing/2010/main"/>
                </a:ext>
              </a:extLst>
            </a:blip>
            <a:stretch>
              <a:fillRect/>
            </a:stretch>
          </p:blipFill>
          <p:spPr>
            <a:xfrm>
              <a:off x="2968139" y="2960405"/>
              <a:ext cx="900000" cy="455625"/>
            </a:xfrm>
            <a:prstGeom prst="rect">
              <a:avLst/>
            </a:prstGeom>
          </p:spPr>
        </p:pic>
        <p:pic>
          <p:nvPicPr>
            <p:cNvPr id="69" name="Picture 68">
              <a:extLst>
                <a:ext uri="{FF2B5EF4-FFF2-40B4-BE49-F238E27FC236}">
                  <a16:creationId xmlns:a16="http://schemas.microsoft.com/office/drawing/2014/main" id="{1F1EC038-2E78-46D4-9B88-8F02E7B54845}"/>
                </a:ext>
              </a:extLst>
            </p:cNvPr>
            <p:cNvPicPr>
              <a:picLocks noChangeAspect="1"/>
            </p:cNvPicPr>
            <p:nvPr/>
          </p:nvPicPr>
          <p:blipFill>
            <a:blip r:embed="rId54" cstate="email">
              <a:extLst>
                <a:ext uri="{28A0092B-C50C-407E-A947-70E740481C1C}">
                  <a14:useLocalDpi xmlns:a14="http://schemas.microsoft.com/office/drawing/2010/main"/>
                </a:ext>
              </a:extLst>
            </a:blip>
            <a:stretch>
              <a:fillRect/>
            </a:stretch>
          </p:blipFill>
          <p:spPr>
            <a:xfrm>
              <a:off x="2952862" y="4656451"/>
              <a:ext cx="930554" cy="349919"/>
            </a:xfrm>
            <a:prstGeom prst="rect">
              <a:avLst/>
            </a:prstGeom>
          </p:spPr>
        </p:pic>
        <p:pic>
          <p:nvPicPr>
            <p:cNvPr id="70" name="Picture 69">
              <a:extLst>
                <a:ext uri="{FF2B5EF4-FFF2-40B4-BE49-F238E27FC236}">
                  <a16:creationId xmlns:a16="http://schemas.microsoft.com/office/drawing/2014/main" id="{B8C7889D-6219-48A8-A1BE-8786176DA831}"/>
                </a:ext>
              </a:extLst>
            </p:cNvPr>
            <p:cNvPicPr>
              <a:picLocks noChangeAspect="1"/>
            </p:cNvPicPr>
            <p:nvPr/>
          </p:nvPicPr>
          <p:blipFill>
            <a:blip r:embed="rId55" cstate="email">
              <a:extLst>
                <a:ext uri="{28A0092B-C50C-407E-A947-70E740481C1C}">
                  <a14:useLocalDpi xmlns:a14="http://schemas.microsoft.com/office/drawing/2010/main"/>
                </a:ext>
              </a:extLst>
            </a:blip>
            <a:stretch>
              <a:fillRect/>
            </a:stretch>
          </p:blipFill>
          <p:spPr>
            <a:xfrm>
              <a:off x="2898197" y="4248208"/>
              <a:ext cx="1039885" cy="216000"/>
            </a:xfrm>
            <a:prstGeom prst="rect">
              <a:avLst/>
            </a:prstGeom>
          </p:spPr>
        </p:pic>
        <p:pic>
          <p:nvPicPr>
            <p:cNvPr id="71" name="Picture 70">
              <a:extLst>
                <a:ext uri="{FF2B5EF4-FFF2-40B4-BE49-F238E27FC236}">
                  <a16:creationId xmlns:a16="http://schemas.microsoft.com/office/drawing/2014/main" id="{526C7B7E-B187-42DB-8353-A72AF71265B8}"/>
                </a:ext>
              </a:extLst>
            </p:cNvPr>
            <p:cNvPicPr>
              <a:picLocks noChangeAspect="1"/>
            </p:cNvPicPr>
            <p:nvPr/>
          </p:nvPicPr>
          <p:blipFill>
            <a:blip r:embed="rId56" cstate="email">
              <a:extLst>
                <a:ext uri="{28A0092B-C50C-407E-A947-70E740481C1C}">
                  <a14:useLocalDpi xmlns:a14="http://schemas.microsoft.com/office/drawing/2010/main"/>
                </a:ext>
              </a:extLst>
            </a:blip>
            <a:stretch>
              <a:fillRect/>
            </a:stretch>
          </p:blipFill>
          <p:spPr>
            <a:xfrm>
              <a:off x="3099683" y="6002856"/>
              <a:ext cx="636913" cy="592698"/>
            </a:xfrm>
            <a:prstGeom prst="rect">
              <a:avLst/>
            </a:prstGeom>
          </p:spPr>
        </p:pic>
        <p:pic>
          <p:nvPicPr>
            <p:cNvPr id="72" name="Picture 71">
              <a:extLst>
                <a:ext uri="{FF2B5EF4-FFF2-40B4-BE49-F238E27FC236}">
                  <a16:creationId xmlns:a16="http://schemas.microsoft.com/office/drawing/2014/main" id="{23A8E6E9-4616-4385-ADDA-9550B109034D}"/>
                </a:ext>
              </a:extLst>
            </p:cNvPr>
            <p:cNvPicPr>
              <a:picLocks noChangeAspect="1"/>
            </p:cNvPicPr>
            <p:nvPr/>
          </p:nvPicPr>
          <p:blipFill>
            <a:blip r:embed="rId57" cstate="email">
              <a:extLst>
                <a:ext uri="{28A0092B-C50C-407E-A947-70E740481C1C}">
                  <a14:useLocalDpi xmlns:a14="http://schemas.microsoft.com/office/drawing/2010/main"/>
                </a:ext>
              </a:extLst>
            </a:blip>
            <a:stretch>
              <a:fillRect/>
            </a:stretch>
          </p:blipFill>
          <p:spPr>
            <a:xfrm>
              <a:off x="3058139" y="1404467"/>
              <a:ext cx="720000" cy="720000"/>
            </a:xfrm>
            <a:prstGeom prst="rect">
              <a:avLst/>
            </a:prstGeom>
          </p:spPr>
        </p:pic>
      </p:grpSp>
      <p:grpSp>
        <p:nvGrpSpPr>
          <p:cNvPr id="73" name="Group 72">
            <a:extLst>
              <a:ext uri="{FF2B5EF4-FFF2-40B4-BE49-F238E27FC236}">
                <a16:creationId xmlns:a16="http://schemas.microsoft.com/office/drawing/2014/main" id="{E8B33502-A155-4F89-A61F-AF6D09ACC013}"/>
              </a:ext>
            </a:extLst>
          </p:cNvPr>
          <p:cNvGrpSpPr/>
          <p:nvPr/>
        </p:nvGrpSpPr>
        <p:grpSpPr>
          <a:xfrm>
            <a:off x="414966" y="1661395"/>
            <a:ext cx="1086344" cy="4708665"/>
            <a:chOff x="358138" y="1416022"/>
            <a:chExt cx="1200001" cy="5179532"/>
          </a:xfrm>
        </p:grpSpPr>
        <p:pic>
          <p:nvPicPr>
            <p:cNvPr id="74" name="Picture 73">
              <a:extLst>
                <a:ext uri="{FF2B5EF4-FFF2-40B4-BE49-F238E27FC236}">
                  <a16:creationId xmlns:a16="http://schemas.microsoft.com/office/drawing/2014/main" id="{79B9BD47-2305-4606-8F95-560633ED269F}"/>
                </a:ext>
              </a:extLst>
            </p:cNvPr>
            <p:cNvPicPr>
              <a:picLocks noChangeAspect="1"/>
            </p:cNvPicPr>
            <p:nvPr/>
          </p:nvPicPr>
          <p:blipFill>
            <a:blip r:embed="rId58" cstate="email">
              <a:extLst>
                <a:ext uri="{28A0092B-C50C-407E-A947-70E740481C1C}">
                  <a14:useLocalDpi xmlns:a14="http://schemas.microsoft.com/office/drawing/2010/main"/>
                </a:ext>
              </a:extLst>
            </a:blip>
            <a:stretch>
              <a:fillRect/>
            </a:stretch>
          </p:blipFill>
          <p:spPr>
            <a:xfrm>
              <a:off x="533182" y="3555786"/>
              <a:ext cx="849912" cy="432000"/>
            </a:xfrm>
            <a:prstGeom prst="rect">
              <a:avLst/>
            </a:prstGeom>
          </p:spPr>
        </p:pic>
        <p:pic>
          <p:nvPicPr>
            <p:cNvPr id="75" name="Picture 74">
              <a:extLst>
                <a:ext uri="{FF2B5EF4-FFF2-40B4-BE49-F238E27FC236}">
                  <a16:creationId xmlns:a16="http://schemas.microsoft.com/office/drawing/2014/main" id="{224403B8-622E-4274-B84B-F23AB51BE0EC}"/>
                </a:ext>
              </a:extLst>
            </p:cNvPr>
            <p:cNvPicPr>
              <a:picLocks noChangeAspect="1"/>
            </p:cNvPicPr>
            <p:nvPr/>
          </p:nvPicPr>
          <p:blipFill>
            <a:blip r:embed="rId59" cstate="email">
              <a:extLst>
                <a:ext uri="{28A0092B-C50C-407E-A947-70E740481C1C}">
                  <a14:useLocalDpi xmlns:a14="http://schemas.microsoft.com/office/drawing/2010/main"/>
                </a:ext>
              </a:extLst>
            </a:blip>
            <a:stretch>
              <a:fillRect/>
            </a:stretch>
          </p:blipFill>
          <p:spPr>
            <a:xfrm>
              <a:off x="387407" y="3020845"/>
              <a:ext cx="1141463" cy="360000"/>
            </a:xfrm>
            <a:prstGeom prst="rect">
              <a:avLst/>
            </a:prstGeom>
          </p:spPr>
        </p:pic>
        <p:pic>
          <p:nvPicPr>
            <p:cNvPr id="76" name="Picture 75">
              <a:extLst>
                <a:ext uri="{FF2B5EF4-FFF2-40B4-BE49-F238E27FC236}">
                  <a16:creationId xmlns:a16="http://schemas.microsoft.com/office/drawing/2014/main" id="{B5DBF847-9C59-43D9-91EC-CAA912319A79}"/>
                </a:ext>
              </a:extLst>
            </p:cNvPr>
            <p:cNvPicPr>
              <a:picLocks noChangeAspect="1"/>
            </p:cNvPicPr>
            <p:nvPr/>
          </p:nvPicPr>
          <p:blipFill>
            <a:blip r:embed="rId60" cstate="email">
              <a:extLst>
                <a:ext uri="{28A0092B-C50C-407E-A947-70E740481C1C}">
                  <a14:useLocalDpi xmlns:a14="http://schemas.microsoft.com/office/drawing/2010/main"/>
                </a:ext>
              </a:extLst>
            </a:blip>
            <a:stretch>
              <a:fillRect/>
            </a:stretch>
          </p:blipFill>
          <p:spPr>
            <a:xfrm>
              <a:off x="585482" y="2485904"/>
              <a:ext cx="745313" cy="360000"/>
            </a:xfrm>
            <a:prstGeom prst="rect">
              <a:avLst/>
            </a:prstGeom>
          </p:spPr>
        </p:pic>
        <p:pic>
          <p:nvPicPr>
            <p:cNvPr id="77" name="Picture 76">
              <a:extLst>
                <a:ext uri="{FF2B5EF4-FFF2-40B4-BE49-F238E27FC236}">
                  <a16:creationId xmlns:a16="http://schemas.microsoft.com/office/drawing/2014/main" id="{F8707A99-C51F-4D96-AD4D-A6F9E022E590}"/>
                </a:ext>
              </a:extLst>
            </p:cNvPr>
            <p:cNvPicPr>
              <a:picLocks noChangeAspect="1"/>
            </p:cNvPicPr>
            <p:nvPr/>
          </p:nvPicPr>
          <p:blipFill>
            <a:blip r:embed="rId61" cstate="email">
              <a:extLst>
                <a:ext uri="{28A0092B-C50C-407E-A947-70E740481C1C}">
                  <a14:useLocalDpi xmlns:a14="http://schemas.microsoft.com/office/drawing/2010/main"/>
                </a:ext>
              </a:extLst>
            </a:blip>
            <a:stretch>
              <a:fillRect/>
            </a:stretch>
          </p:blipFill>
          <p:spPr>
            <a:xfrm>
              <a:off x="522654" y="5448609"/>
              <a:ext cx="870968" cy="432000"/>
            </a:xfrm>
            <a:prstGeom prst="rect">
              <a:avLst/>
            </a:prstGeom>
          </p:spPr>
        </p:pic>
        <p:pic>
          <p:nvPicPr>
            <p:cNvPr id="78" name="Picture 77">
              <a:extLst>
                <a:ext uri="{FF2B5EF4-FFF2-40B4-BE49-F238E27FC236}">
                  <a16:creationId xmlns:a16="http://schemas.microsoft.com/office/drawing/2014/main" id="{CA9120F6-1E9F-491F-A944-FADE3341F60C}"/>
                </a:ext>
              </a:extLst>
            </p:cNvPr>
            <p:cNvPicPr>
              <a:picLocks noChangeAspect="1"/>
            </p:cNvPicPr>
            <p:nvPr/>
          </p:nvPicPr>
          <p:blipFill rotWithShape="1">
            <a:blip r:embed="rId62" cstate="email">
              <a:extLst>
                <a:ext uri="{28A0092B-C50C-407E-A947-70E740481C1C}">
                  <a14:useLocalDpi xmlns:a14="http://schemas.microsoft.com/office/drawing/2010/main"/>
                </a:ext>
              </a:extLst>
            </a:blip>
            <a:srcRect/>
            <a:stretch/>
          </p:blipFill>
          <p:spPr>
            <a:xfrm>
              <a:off x="645154" y="1950963"/>
              <a:ext cx="625968" cy="360000"/>
            </a:xfrm>
            <a:prstGeom prst="rect">
              <a:avLst/>
            </a:prstGeom>
          </p:spPr>
        </p:pic>
        <p:pic>
          <p:nvPicPr>
            <p:cNvPr id="79" name="Picture 78">
              <a:extLst>
                <a:ext uri="{FF2B5EF4-FFF2-40B4-BE49-F238E27FC236}">
                  <a16:creationId xmlns:a16="http://schemas.microsoft.com/office/drawing/2014/main" id="{4EDE7DFB-6700-403B-89EC-AE18B68D1664}"/>
                </a:ext>
              </a:extLst>
            </p:cNvPr>
            <p:cNvPicPr>
              <a:picLocks noChangeAspect="1"/>
            </p:cNvPicPr>
            <p:nvPr/>
          </p:nvPicPr>
          <p:blipFill>
            <a:blip r:embed="rId63" cstate="email">
              <a:extLst>
                <a:ext uri="{28A0092B-C50C-407E-A947-70E740481C1C}">
                  <a14:useLocalDpi xmlns:a14="http://schemas.microsoft.com/office/drawing/2010/main"/>
                </a:ext>
              </a:extLst>
            </a:blip>
            <a:stretch>
              <a:fillRect/>
            </a:stretch>
          </p:blipFill>
          <p:spPr>
            <a:xfrm>
              <a:off x="358138" y="1416022"/>
              <a:ext cx="1200001" cy="360000"/>
            </a:xfrm>
            <a:prstGeom prst="rect">
              <a:avLst/>
            </a:prstGeom>
          </p:spPr>
        </p:pic>
        <p:pic>
          <p:nvPicPr>
            <p:cNvPr id="80" name="Picture 79">
              <a:extLst>
                <a:ext uri="{FF2B5EF4-FFF2-40B4-BE49-F238E27FC236}">
                  <a16:creationId xmlns:a16="http://schemas.microsoft.com/office/drawing/2014/main" id="{2ED97063-9716-48E6-A682-CFB90D8AE74C}"/>
                </a:ext>
              </a:extLst>
            </p:cNvPr>
            <p:cNvPicPr>
              <a:picLocks noChangeAspect="1"/>
            </p:cNvPicPr>
            <p:nvPr/>
          </p:nvPicPr>
          <p:blipFill>
            <a:blip r:embed="rId64" cstate="email">
              <a:extLst>
                <a:ext uri="{28A0092B-C50C-407E-A947-70E740481C1C}">
                  <a14:useLocalDpi xmlns:a14="http://schemas.microsoft.com/office/drawing/2010/main"/>
                </a:ext>
              </a:extLst>
            </a:blip>
            <a:stretch>
              <a:fillRect/>
            </a:stretch>
          </p:blipFill>
          <p:spPr>
            <a:xfrm>
              <a:off x="670138" y="4162727"/>
              <a:ext cx="576000" cy="648000"/>
            </a:xfrm>
            <a:prstGeom prst="rect">
              <a:avLst/>
            </a:prstGeom>
          </p:spPr>
        </p:pic>
        <p:pic>
          <p:nvPicPr>
            <p:cNvPr id="81" name="Picture 80">
              <a:extLst>
                <a:ext uri="{FF2B5EF4-FFF2-40B4-BE49-F238E27FC236}">
                  <a16:creationId xmlns:a16="http://schemas.microsoft.com/office/drawing/2014/main" id="{F02C81E7-8A8D-4887-8EB6-BCDE42B7A5FF}"/>
                </a:ext>
              </a:extLst>
            </p:cNvPr>
            <p:cNvPicPr>
              <a:picLocks noChangeAspect="1"/>
            </p:cNvPicPr>
            <p:nvPr/>
          </p:nvPicPr>
          <p:blipFill>
            <a:blip r:embed="rId65" cstate="email">
              <a:extLst>
                <a:ext uri="{28A0092B-C50C-407E-A947-70E740481C1C}">
                  <a14:useLocalDpi xmlns:a14="http://schemas.microsoft.com/office/drawing/2010/main"/>
                </a:ext>
              </a:extLst>
            </a:blip>
            <a:stretch>
              <a:fillRect/>
            </a:stretch>
          </p:blipFill>
          <p:spPr>
            <a:xfrm>
              <a:off x="391000" y="4985668"/>
              <a:ext cx="1134277" cy="288000"/>
            </a:xfrm>
            <a:prstGeom prst="rect">
              <a:avLst/>
            </a:prstGeom>
          </p:spPr>
        </p:pic>
        <p:pic>
          <p:nvPicPr>
            <p:cNvPr id="82" name="Picture 81">
              <a:extLst>
                <a:ext uri="{FF2B5EF4-FFF2-40B4-BE49-F238E27FC236}">
                  <a16:creationId xmlns:a16="http://schemas.microsoft.com/office/drawing/2014/main" id="{144CA3EA-9E0E-47F3-937D-EE98713CC314}"/>
                </a:ext>
              </a:extLst>
            </p:cNvPr>
            <p:cNvPicPr>
              <a:picLocks noChangeAspect="1"/>
            </p:cNvPicPr>
            <p:nvPr/>
          </p:nvPicPr>
          <p:blipFill>
            <a:blip r:embed="rId66" cstate="email">
              <a:extLst>
                <a:ext uri="{28A0092B-C50C-407E-A947-70E740481C1C}">
                  <a14:useLocalDpi xmlns:a14="http://schemas.microsoft.com/office/drawing/2010/main"/>
                </a:ext>
              </a:extLst>
            </a:blip>
            <a:stretch>
              <a:fillRect/>
            </a:stretch>
          </p:blipFill>
          <p:spPr>
            <a:xfrm>
              <a:off x="425502" y="6055554"/>
              <a:ext cx="1065273" cy="540000"/>
            </a:xfrm>
            <a:prstGeom prst="rect">
              <a:avLst/>
            </a:prstGeom>
          </p:spPr>
        </p:pic>
      </p:grpSp>
      <p:pic>
        <p:nvPicPr>
          <p:cNvPr id="84" name="Picture 2" descr="Republic Polytechnic - Wikipedia">
            <a:extLst>
              <a:ext uri="{FF2B5EF4-FFF2-40B4-BE49-F238E27FC236}">
                <a16:creationId xmlns:a16="http://schemas.microsoft.com/office/drawing/2014/main" id="{5678D7FE-10B1-4B12-8004-53AC2284CD19}"/>
              </a:ext>
            </a:extLst>
          </p:cNvPr>
          <p:cNvPicPr>
            <a:picLocks noChangeAspect="1" noChangeArrowheads="1"/>
          </p:cNvPicPr>
          <p:nvPr/>
        </p:nvPicPr>
        <p:blipFill>
          <a:blip r:embed="rId67" cstate="email">
            <a:extLst>
              <a:ext uri="{28A0092B-C50C-407E-A947-70E740481C1C}">
                <a14:useLocalDpi xmlns:a14="http://schemas.microsoft.com/office/drawing/2010/main"/>
              </a:ext>
            </a:extLst>
          </a:blip>
          <a:srcRect/>
          <a:stretch>
            <a:fillRect/>
          </a:stretch>
        </p:blipFill>
        <p:spPr bwMode="auto">
          <a:xfrm>
            <a:off x="6064013" y="5393735"/>
            <a:ext cx="1095014" cy="433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8004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488B0-C4F5-40E6-BAC3-C39434FB9DBB}"/>
              </a:ext>
            </a:extLst>
          </p:cNvPr>
          <p:cNvSpPr>
            <a:spLocks noGrp="1"/>
          </p:cNvSpPr>
          <p:nvPr>
            <p:ph type="title"/>
          </p:nvPr>
        </p:nvSpPr>
        <p:spPr/>
        <p:txBody>
          <a:bodyPr/>
          <a:lstStyle/>
          <a:p>
            <a:r>
              <a:rPr lang="en-SG"/>
              <a:t>We are honoured to be awarded all three supply categories in </a:t>
            </a:r>
            <a:r>
              <a:rPr lang="en-SG" err="1"/>
              <a:t>Govtech</a:t>
            </a:r>
            <a:r>
              <a:rPr lang="en-SG"/>
              <a:t> Data Science AI (T20005) Bulk Tender</a:t>
            </a:r>
          </a:p>
        </p:txBody>
      </p:sp>
      <p:sp>
        <p:nvSpPr>
          <p:cNvPr id="3" name="Rectangle 2">
            <a:extLst>
              <a:ext uri="{FF2B5EF4-FFF2-40B4-BE49-F238E27FC236}">
                <a16:creationId xmlns:a16="http://schemas.microsoft.com/office/drawing/2014/main" id="{E4D44945-15D7-4F5D-B381-9647AE465DBE}"/>
              </a:ext>
            </a:extLst>
          </p:cNvPr>
          <p:cNvSpPr/>
          <p:nvPr/>
        </p:nvSpPr>
        <p:spPr>
          <a:xfrm>
            <a:off x="354733" y="1476467"/>
            <a:ext cx="3180679"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1" u="none" strike="noStrike" kern="1200" cap="none" spc="0" normalizeH="0" baseline="0" noProof="0">
                <a:ln>
                  <a:noFill/>
                </a:ln>
                <a:solidFill>
                  <a:srgbClr val="000000"/>
                </a:solidFill>
                <a:effectLst/>
                <a:uLnTx/>
                <a:uFillTx/>
                <a:latin typeface="Calibri" panose="020F0502020204030204"/>
                <a:ea typeface="+mn-ea"/>
                <a:cs typeface="+mn-cs"/>
              </a:rPr>
              <a:t>NCS has been awarded the following:</a:t>
            </a:r>
          </a:p>
        </p:txBody>
      </p:sp>
      <p:sp>
        <p:nvSpPr>
          <p:cNvPr id="4" name="Rectangle: Rounded Corners 3">
            <a:extLst>
              <a:ext uri="{FF2B5EF4-FFF2-40B4-BE49-F238E27FC236}">
                <a16:creationId xmlns:a16="http://schemas.microsoft.com/office/drawing/2014/main" id="{00A1D90C-9C94-409B-9885-41849930493A}"/>
              </a:ext>
            </a:extLst>
          </p:cNvPr>
          <p:cNvSpPr/>
          <p:nvPr/>
        </p:nvSpPr>
        <p:spPr>
          <a:xfrm>
            <a:off x="426000" y="1814584"/>
            <a:ext cx="11340000" cy="1296000"/>
          </a:xfrm>
          <a:prstGeom prst="roundRect">
            <a:avLst>
              <a:gd name="adj" fmla="val 586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3129C949-9827-4657-8B43-9BC978E4C4A8}"/>
              </a:ext>
            </a:extLst>
          </p:cNvPr>
          <p:cNvSpPr/>
          <p:nvPr/>
        </p:nvSpPr>
        <p:spPr>
          <a:xfrm>
            <a:off x="4758134" y="1881295"/>
            <a:ext cx="2675732" cy="55399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Category 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Data Science Software and Services</a:t>
            </a:r>
          </a:p>
        </p:txBody>
      </p:sp>
      <p:sp>
        <p:nvSpPr>
          <p:cNvPr id="6" name="Rectangle: Rounded Corners 5">
            <a:extLst>
              <a:ext uri="{FF2B5EF4-FFF2-40B4-BE49-F238E27FC236}">
                <a16:creationId xmlns:a16="http://schemas.microsoft.com/office/drawing/2014/main" id="{20567C54-2762-4442-8271-8A20C6B1B447}"/>
              </a:ext>
            </a:extLst>
          </p:cNvPr>
          <p:cNvSpPr/>
          <p:nvPr/>
        </p:nvSpPr>
        <p:spPr>
          <a:xfrm>
            <a:off x="426000" y="3337178"/>
            <a:ext cx="11340000" cy="936000"/>
          </a:xfrm>
          <a:prstGeom prst="roundRect">
            <a:avLst>
              <a:gd name="adj" fmla="val 586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Rectangle: Rounded Corners 6">
            <a:extLst>
              <a:ext uri="{FF2B5EF4-FFF2-40B4-BE49-F238E27FC236}">
                <a16:creationId xmlns:a16="http://schemas.microsoft.com/office/drawing/2014/main" id="{7F82FBD4-F2CE-4D40-89B6-4C741AF0F3AE}"/>
              </a:ext>
            </a:extLst>
          </p:cNvPr>
          <p:cNvSpPr/>
          <p:nvPr/>
        </p:nvSpPr>
        <p:spPr>
          <a:xfrm>
            <a:off x="426000" y="4499772"/>
            <a:ext cx="11340000" cy="936000"/>
          </a:xfrm>
          <a:prstGeom prst="roundRect">
            <a:avLst>
              <a:gd name="adj" fmla="val 5869"/>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SG"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60190A4A-A5F3-4D17-A6AC-2BD4B5A6C07E}"/>
              </a:ext>
            </a:extLst>
          </p:cNvPr>
          <p:cNvSpPr/>
          <p:nvPr/>
        </p:nvSpPr>
        <p:spPr>
          <a:xfrm>
            <a:off x="4420702" y="3528179"/>
            <a:ext cx="3350597" cy="55399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Category 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Data Science System Integration and Services</a:t>
            </a:r>
            <a:endParaRPr kumimoji="0" lang="en-SG"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E540217E-2E6E-4A9D-958D-6AF8C92B520F}"/>
              </a:ext>
            </a:extLst>
          </p:cNvPr>
          <p:cNvSpPr/>
          <p:nvPr/>
        </p:nvSpPr>
        <p:spPr>
          <a:xfrm>
            <a:off x="4379024" y="4690773"/>
            <a:ext cx="3433953" cy="553998"/>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Category 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rPr>
              <a:t>Data Science Project and Consultancy Services</a:t>
            </a:r>
            <a:endParaRPr kumimoji="0" lang="en-SG" sz="1200" b="0" i="0" u="none" strike="noStrike" kern="1200" cap="none" spc="0" normalizeH="0" baseline="0" noProof="0">
              <a:ln>
                <a:noFill/>
              </a:ln>
              <a:solidFill>
                <a:srgbClr val="000000">
                  <a:lumMod val="75000"/>
                  <a:lumOff val="25000"/>
                </a:srgbClr>
              </a:solidFill>
              <a:effectLst/>
              <a:uLnTx/>
              <a:uFillTx/>
              <a:latin typeface="Calibri" panose="020F0502020204030204"/>
              <a:ea typeface="+mn-ea"/>
              <a:cs typeface="+mn-cs"/>
            </a:endParaRPr>
          </a:p>
        </p:txBody>
      </p:sp>
      <p:pic>
        <p:nvPicPr>
          <p:cNvPr id="10" name="Picture 4" descr="DataRobot to Present Data Science Best Practices at Gartner Data &amp;  Analytics Summit 2019 | Business Wire">
            <a:extLst>
              <a:ext uri="{FF2B5EF4-FFF2-40B4-BE49-F238E27FC236}">
                <a16:creationId xmlns:a16="http://schemas.microsoft.com/office/drawing/2014/main" id="{7F567085-92BF-4D2B-94C8-3B4BECA19513}"/>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84957" y="2221089"/>
            <a:ext cx="2040662" cy="10203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Talend - A Cloud Data Integration Leader (modern ETL)">
            <a:extLst>
              <a:ext uri="{FF2B5EF4-FFF2-40B4-BE49-F238E27FC236}">
                <a16:creationId xmlns:a16="http://schemas.microsoft.com/office/drawing/2014/main" id="{25754EE6-7AEA-4BC3-B1C3-89C6E4A1C51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50484" y="2577397"/>
            <a:ext cx="1286222" cy="32734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Cloudera | The Enterprise Data Platform Company">
            <a:extLst>
              <a:ext uri="{FF2B5EF4-FFF2-40B4-BE49-F238E27FC236}">
                <a16:creationId xmlns:a16="http://schemas.microsoft.com/office/drawing/2014/main" id="{BBBA7EA3-5E31-41F4-9810-645742119B49}"/>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3581" t="37225" r="13124" b="38025"/>
          <a:stretch/>
        </p:blipFill>
        <p:spPr bwMode="auto">
          <a:xfrm>
            <a:off x="1182019" y="2561438"/>
            <a:ext cx="1921928" cy="33963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Tableau — Competitive Analytics">
            <a:extLst>
              <a:ext uri="{FF2B5EF4-FFF2-40B4-BE49-F238E27FC236}">
                <a16:creationId xmlns:a16="http://schemas.microsoft.com/office/drawing/2014/main" id="{54EA2C78-8694-4F48-80D5-8C17677BA6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5180" y="2534306"/>
            <a:ext cx="1997728" cy="41353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8" descr="File:SAS logo horiz.svg - Wikimedia Commons">
            <a:extLst>
              <a:ext uri="{FF2B5EF4-FFF2-40B4-BE49-F238E27FC236}">
                <a16:creationId xmlns:a16="http://schemas.microsoft.com/office/drawing/2014/main" id="{38DB5F01-DF6B-4833-ADB1-EB3390E020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3548" y="2618330"/>
            <a:ext cx="689353" cy="28274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H2O.ai is the Open Source Leader in AI and ML">
            <a:extLst>
              <a:ext uri="{FF2B5EF4-FFF2-40B4-BE49-F238E27FC236}">
                <a16:creationId xmlns:a16="http://schemas.microsoft.com/office/drawing/2014/main" id="{31177A70-115D-450A-B646-09C23F98C1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77403" y="2510526"/>
            <a:ext cx="441455" cy="441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507118"/>
      </p:ext>
    </p:extLst>
  </p:cSld>
  <p:clrMapOvr>
    <a:masterClrMapping/>
  </p:clrMapOvr>
</p:sld>
</file>

<file path=ppt/theme/theme1.xml><?xml version="1.0" encoding="utf-8"?>
<a:theme xmlns:a="http://schemas.openxmlformats.org/drawingml/2006/main" name="cover slide">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407</Words>
  <Application>Microsoft Office PowerPoint</Application>
  <PresentationFormat>Widescreen</PresentationFormat>
  <Paragraphs>73</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Ubuntu</vt:lpstr>
      <vt:lpstr>cover slide</vt:lpstr>
      <vt:lpstr>NEXT DATA Capabilities Co-create successful Data Analytics solutions tailored to your needs, with our analytics team</vt:lpstr>
      <vt:lpstr>NEXT DATA Capabilities Adopting a customer-centric approach allows us to meet the end-to-end Data Analytics needs of our clients</vt:lpstr>
      <vt:lpstr>NEXT DATA Capabilities Our implementation success stories cut across industries and functions</vt:lpstr>
      <vt:lpstr>We are honoured to be awarded all three supply categories in Govtech Data Science AI (T20005) Bulk Tender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 DATA Capabilities Co-create successful Data Analytics solutions tailored to your needs, with our analytics team</dc:title>
  <dc:creator>Quek Seow Hiah  (NCS)</dc:creator>
  <cp:lastModifiedBy>Quek Seow Hiah  (NCS)</cp:lastModifiedBy>
  <cp:revision>1</cp:revision>
  <dcterms:created xsi:type="dcterms:W3CDTF">2024-05-14T15:39:22Z</dcterms:created>
  <dcterms:modified xsi:type="dcterms:W3CDTF">2024-05-14T15:39:53Z</dcterms:modified>
</cp:coreProperties>
</file>